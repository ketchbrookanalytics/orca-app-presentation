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69"/>
  </p:notesMasterIdLst>
  <p:handoutMasterIdLst>
    <p:handoutMasterId r:id="rId70"/>
  </p:handoutMasterIdLst>
  <p:sldIdLst>
    <p:sldId id="256" r:id="rId5"/>
    <p:sldId id="328" r:id="rId6"/>
    <p:sldId id="378" r:id="rId7"/>
    <p:sldId id="283" r:id="rId8"/>
    <p:sldId id="284" r:id="rId9"/>
    <p:sldId id="309" r:id="rId10"/>
    <p:sldId id="285" r:id="rId11"/>
    <p:sldId id="312" r:id="rId12"/>
    <p:sldId id="311" r:id="rId13"/>
    <p:sldId id="287" r:id="rId14"/>
    <p:sldId id="310" r:id="rId15"/>
    <p:sldId id="313" r:id="rId16"/>
    <p:sldId id="314" r:id="rId17"/>
    <p:sldId id="288" r:id="rId18"/>
    <p:sldId id="289" r:id="rId19"/>
    <p:sldId id="263" r:id="rId20"/>
    <p:sldId id="264" r:id="rId21"/>
    <p:sldId id="265" r:id="rId22"/>
    <p:sldId id="282" r:id="rId23"/>
    <p:sldId id="321" r:id="rId24"/>
    <p:sldId id="322" r:id="rId25"/>
    <p:sldId id="325" r:id="rId26"/>
    <p:sldId id="323" r:id="rId27"/>
    <p:sldId id="324" r:id="rId28"/>
    <p:sldId id="320" r:id="rId29"/>
    <p:sldId id="326" r:id="rId30"/>
    <p:sldId id="268" r:id="rId31"/>
    <p:sldId id="385" r:id="rId32"/>
    <p:sldId id="269" r:id="rId33"/>
    <p:sldId id="270" r:id="rId34"/>
    <p:sldId id="271" r:id="rId35"/>
    <p:sldId id="272" r:id="rId36"/>
    <p:sldId id="376" r:id="rId37"/>
    <p:sldId id="386" r:id="rId38"/>
    <p:sldId id="379" r:id="rId39"/>
    <p:sldId id="377" r:id="rId40"/>
    <p:sldId id="384" r:id="rId41"/>
    <p:sldId id="273" r:id="rId42"/>
    <p:sldId id="290" r:id="rId43"/>
    <p:sldId id="275" r:id="rId44"/>
    <p:sldId id="276" r:id="rId45"/>
    <p:sldId id="380" r:id="rId46"/>
    <p:sldId id="292" r:id="rId47"/>
    <p:sldId id="293" r:id="rId48"/>
    <p:sldId id="294" r:id="rId49"/>
    <p:sldId id="381" r:id="rId50"/>
    <p:sldId id="382" r:id="rId51"/>
    <p:sldId id="383" r:id="rId52"/>
    <p:sldId id="327" r:id="rId53"/>
    <p:sldId id="298" r:id="rId54"/>
    <p:sldId id="316" r:id="rId55"/>
    <p:sldId id="299" r:id="rId56"/>
    <p:sldId id="315" r:id="rId57"/>
    <p:sldId id="319" r:id="rId58"/>
    <p:sldId id="317" r:id="rId59"/>
    <p:sldId id="318" r:id="rId60"/>
    <p:sldId id="300" r:id="rId61"/>
    <p:sldId id="301" r:id="rId62"/>
    <p:sldId id="302" r:id="rId63"/>
    <p:sldId id="303" r:id="rId64"/>
    <p:sldId id="304" r:id="rId65"/>
    <p:sldId id="277" r:id="rId66"/>
    <p:sldId id="305" r:id="rId67"/>
    <p:sldId id="306" r:id="rId6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1" roundtripDataSignature="AMtx7mi4IjrASjE+k4cenQs4UuuEGvcd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C63"/>
    <a:srgbClr val="D9F061"/>
    <a:srgbClr val="A8364F"/>
    <a:srgbClr val="C4B5F2"/>
    <a:srgbClr val="DB4D29"/>
    <a:srgbClr val="88C7F5"/>
    <a:srgbClr val="F0EBE5"/>
    <a:srgbClr val="F0A18C"/>
    <a:srgbClr val="E8B0BF"/>
    <a:srgbClr val="BAF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0" autoAdjust="0"/>
    <p:restoredTop sz="89568" autoAdjust="0"/>
  </p:normalViewPr>
  <p:slideViewPr>
    <p:cSldViewPr snapToGrid="0">
      <p:cViewPr varScale="1">
        <p:scale>
          <a:sx n="95" d="100"/>
          <a:sy n="95" d="100"/>
        </p:scale>
        <p:origin x="1410" y="90"/>
      </p:cViewPr>
      <p:guideLst/>
    </p:cSldViewPr>
  </p:slideViewPr>
  <p:outlineViewPr>
    <p:cViewPr>
      <p:scale>
        <a:sx n="33" d="100"/>
        <a:sy n="33" d="100"/>
      </p:scale>
      <p:origin x="0" y="-1759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808"/>
    </p:cViewPr>
  </p:sorter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819895087014367E-2"/>
          <c:y val="1.8957927378789024E-2"/>
          <c:w val="0.83243020373171495"/>
          <c:h val="0.9032775230226183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4B5F2"/>
            </a:solidFill>
            <a:ln w="635">
              <a:solidFill>
                <a:schemeClr val="tx1"/>
              </a:solidFill>
              <a:beve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D8-4123-ABF0-D1B7FDD52C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DB4D29"/>
            </a:solidFill>
            <a:ln w="635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D8-4123-ABF0-D1B7FDD52C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9F061"/>
            </a:solidFill>
            <a:ln w="635" cap="rnd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D8-4123-ABF0-D1B7FDD52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1"/>
        <c:overlap val="100"/>
        <c:axId val="1061157376"/>
        <c:axId val="1061155216"/>
      </c:barChart>
      <c:catAx>
        <c:axId val="1061157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alpha val="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1155216"/>
        <c:crosses val="autoZero"/>
        <c:auto val="1"/>
        <c:lblAlgn val="ctr"/>
        <c:lblOffset val="100"/>
        <c:noMultiLvlLbl val="0"/>
      </c:catAx>
      <c:valAx>
        <c:axId val="1061155216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06115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8B0BF"/>
            </a:solidFill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E8B0BF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61-4455-A1C6-1C71EDF70562}"/>
              </c:ext>
            </c:extLst>
          </c:dPt>
          <c:dPt>
            <c:idx val="1"/>
            <c:bubble3D val="0"/>
            <c:spPr>
              <a:solidFill>
                <a:srgbClr val="E8B0BF">
                  <a:alpha val="0"/>
                </a:srgb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61-4455-A1C6-1C71EDF70562}"/>
              </c:ext>
            </c:extLst>
          </c:dPt>
          <c:dPt>
            <c:idx val="2"/>
            <c:bubble3D val="0"/>
            <c:spPr>
              <a:solidFill>
                <a:srgbClr val="E8B0BF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61-4455-A1C6-1C71EDF70562}"/>
              </c:ext>
            </c:extLst>
          </c:dPt>
          <c:dPt>
            <c:idx val="3"/>
            <c:bubble3D val="0"/>
            <c:spPr>
              <a:solidFill>
                <a:srgbClr val="E8B0BF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B61-4455-A1C6-1C71EDF70562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B61-4455-A1C6-1C71EDF70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9F061"/>
            </a:solidFill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D9F061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F5-4384-A04C-2017CEC29E8D}"/>
              </c:ext>
            </c:extLst>
          </c:dPt>
          <c:dPt>
            <c:idx val="1"/>
            <c:bubble3D val="0"/>
            <c:spPr>
              <a:solidFill>
                <a:srgbClr val="D9F061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0F5-4384-A04C-2017CEC29E8D}"/>
              </c:ext>
            </c:extLst>
          </c:dPt>
          <c:dPt>
            <c:idx val="2"/>
            <c:bubble3D val="0"/>
            <c:spPr>
              <a:solidFill>
                <a:srgbClr val="D9F061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0F5-4384-A04C-2017CEC29E8D}"/>
              </c:ext>
            </c:extLst>
          </c:dPt>
          <c:dPt>
            <c:idx val="3"/>
            <c:bubble3D val="0"/>
            <c:spPr>
              <a:solidFill>
                <a:srgbClr val="D9F061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0F5-4384-A04C-2017CEC29E8D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F5-4384-A04C-2017CEC29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9F061"/>
            </a:solidFill>
            <a:ln w="1587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D9F061">
                  <a:alpha val="0"/>
                </a:srgb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29-4E8E-BC38-5D5C055E0495}"/>
              </c:ext>
            </c:extLst>
          </c:dPt>
          <c:dPt>
            <c:idx val="1"/>
            <c:bubble3D val="0"/>
            <c:spPr>
              <a:solidFill>
                <a:srgbClr val="73BFB0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29-4E8E-BC38-5D5C055E0495}"/>
              </c:ext>
            </c:extLst>
          </c:dPt>
          <c:dPt>
            <c:idx val="2"/>
            <c:bubble3D val="0"/>
            <c:spPr>
              <a:solidFill>
                <a:srgbClr val="D9F06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29-4E8E-BC38-5D5C055E0495}"/>
              </c:ext>
            </c:extLst>
          </c:dPt>
          <c:dPt>
            <c:idx val="3"/>
            <c:bubble3D val="0"/>
            <c:spPr>
              <a:solidFill>
                <a:srgbClr val="D9F06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29-4E8E-BC38-5D5C055E0495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29-4E8E-BC38-5D5C055E0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9F061"/>
            </a:solidFill>
            <a:ln w="1587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DB4D29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9EE-4F84-A07B-064849DB5DF9}"/>
              </c:ext>
            </c:extLst>
          </c:dPt>
          <c:dPt>
            <c:idx val="1"/>
            <c:bubble3D val="0"/>
            <c:spPr>
              <a:solidFill>
                <a:srgbClr val="D9F061">
                  <a:alpha val="0"/>
                </a:srgb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EE-4F84-A07B-064849DB5DF9}"/>
              </c:ext>
            </c:extLst>
          </c:dPt>
          <c:dPt>
            <c:idx val="2"/>
            <c:bubble3D val="0"/>
            <c:spPr>
              <a:solidFill>
                <a:srgbClr val="D9F06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9EE-4F84-A07B-064849DB5DF9}"/>
              </c:ext>
            </c:extLst>
          </c:dPt>
          <c:dPt>
            <c:idx val="3"/>
            <c:bubble3D val="0"/>
            <c:spPr>
              <a:solidFill>
                <a:srgbClr val="D9F06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9EE-4F84-A07B-064849DB5DF9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EE-4F84-A07B-064849DB5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8B0BF"/>
            </a:solidFill>
            <a:ln w="1587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7D5EAD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6B5-4354-BEBA-56D81FFDCD84}"/>
              </c:ext>
            </c:extLst>
          </c:dPt>
          <c:dPt>
            <c:idx val="1"/>
            <c:bubble3D val="0"/>
            <c:spPr>
              <a:solidFill>
                <a:srgbClr val="E8B0BF">
                  <a:alpha val="0"/>
                </a:srgb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6B5-4354-BEBA-56D81FFDCD84}"/>
              </c:ext>
            </c:extLst>
          </c:dPt>
          <c:dPt>
            <c:idx val="2"/>
            <c:bubble3D val="0"/>
            <c:spPr>
              <a:solidFill>
                <a:srgbClr val="E8B0BF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6B5-4354-BEBA-56D81FFDCD84}"/>
              </c:ext>
            </c:extLst>
          </c:dPt>
          <c:dPt>
            <c:idx val="3"/>
            <c:bubble3D val="0"/>
            <c:spPr>
              <a:solidFill>
                <a:srgbClr val="E8B0BF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6B5-4354-BEBA-56D81FFDCD84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B5-4354-BEBA-56D81FFDC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9F061"/>
            </a:solidFill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D9F061">
                  <a:alpha val="0"/>
                </a:srgb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8C-40C7-A26A-27E27B826EF8}"/>
              </c:ext>
            </c:extLst>
          </c:dPt>
          <c:dPt>
            <c:idx val="1"/>
            <c:bubble3D val="0"/>
            <c:spPr>
              <a:solidFill>
                <a:srgbClr val="F0A18C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8C-40C7-A26A-27E27B826EF8}"/>
              </c:ext>
            </c:extLst>
          </c:dPt>
          <c:dPt>
            <c:idx val="2"/>
            <c:bubble3D val="0"/>
            <c:spPr>
              <a:solidFill>
                <a:srgbClr val="D9F061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8C-40C7-A26A-27E27B826EF8}"/>
              </c:ext>
            </c:extLst>
          </c:dPt>
          <c:dPt>
            <c:idx val="3"/>
            <c:bubble3D val="0"/>
            <c:spPr>
              <a:solidFill>
                <a:srgbClr val="D9F061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A8C-40C7-A26A-27E27B826EF8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8C-40C7-A26A-27E27B826E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9F061"/>
            </a:solidFill>
            <a:ln w="1587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bg2"/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9-4D2C-957E-CF8B41E9EB51}"/>
              </c:ext>
            </c:extLst>
          </c:dPt>
          <c:dPt>
            <c:idx val="1"/>
            <c:bubble3D val="0"/>
            <c:spPr>
              <a:solidFill>
                <a:srgbClr val="D9F061">
                  <a:alpha val="0"/>
                </a:srgb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B9-4D2C-957E-CF8B41E9EB51}"/>
              </c:ext>
            </c:extLst>
          </c:dPt>
          <c:dPt>
            <c:idx val="2"/>
            <c:bubble3D val="0"/>
            <c:spPr>
              <a:solidFill>
                <a:srgbClr val="D9F06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EB9-4D2C-957E-CF8B41E9EB51}"/>
              </c:ext>
            </c:extLst>
          </c:dPt>
          <c:dPt>
            <c:idx val="3"/>
            <c:bubble3D val="0"/>
            <c:spPr>
              <a:solidFill>
                <a:srgbClr val="D9F06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EB9-4D2C-957E-CF8B41E9EB51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B9-4D2C-957E-CF8B41E9E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6350">
              <a:solidFill>
                <a:schemeClr val="accent1">
                  <a:shade val="1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B5F2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71D-4691-97FA-361228783DA1}"/>
              </c:ext>
            </c:extLst>
          </c:dPt>
          <c:dPt>
            <c:idx val="1"/>
            <c:invertIfNegative val="0"/>
            <c:bubble3D val="0"/>
            <c:spPr>
              <a:solidFill>
                <a:srgbClr val="F0A18C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71D-4691-97FA-361228783DA1}"/>
              </c:ext>
            </c:extLst>
          </c:dPt>
          <c:dPt>
            <c:idx val="2"/>
            <c:invertIfNegative val="0"/>
            <c:bubble3D val="0"/>
            <c:spPr>
              <a:solidFill>
                <a:srgbClr val="D9F06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71D-4691-97FA-361228783DA1}"/>
              </c:ext>
            </c:extLst>
          </c:dPt>
          <c:dPt>
            <c:idx val="3"/>
            <c:invertIfNegative val="0"/>
            <c:bubble3D val="0"/>
            <c:spPr>
              <a:solidFill>
                <a:srgbClr val="E8B0BF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71D-4691-97FA-361228783DA1}"/>
              </c:ext>
            </c:extLst>
          </c:dPt>
          <c:dPt>
            <c:idx val="4"/>
            <c:invertIfNegative val="0"/>
            <c:bubble3D val="0"/>
            <c:spPr>
              <a:solidFill>
                <a:srgbClr val="BAF0D4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71D-4691-97FA-361228783DA1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71D-4691-97FA-361228783D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B-D71D-4691-97FA-361228783D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C-D71D-4691-97FA-361228783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1"/>
        <c:overlap val="96"/>
        <c:axId val="1070081360"/>
        <c:axId val="1070080640"/>
      </c:barChart>
      <c:catAx>
        <c:axId val="1070081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shade val="15000"/>
                <a:alpha val="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0080640"/>
        <c:crosses val="autoZero"/>
        <c:auto val="1"/>
        <c:lblAlgn val="ctr"/>
        <c:lblOffset val="100"/>
        <c:noMultiLvlLbl val="0"/>
      </c:catAx>
      <c:valAx>
        <c:axId val="107008064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accent1">
                  <a:shade val="15000"/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7008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3720392534023337E-3"/>
          <c:y val="0.96243888152711199"/>
          <c:w val="0.7344963267213297"/>
          <c:h val="2.86308864380363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anchor="ctr" anchorCtr="0"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D9F061"/>
            </a:solidFill>
            <a:ln w="6350">
              <a:solidFill>
                <a:schemeClr val="accent1">
                  <a:shade val="1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F06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96-4BDF-BD78-A975C0140E5A}"/>
              </c:ext>
            </c:extLst>
          </c:dPt>
          <c:dPt>
            <c:idx val="1"/>
            <c:invertIfNegative val="0"/>
            <c:bubble3D val="0"/>
            <c:spPr>
              <a:solidFill>
                <a:srgbClr val="D9F06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96-4BDF-BD78-A975C0140E5A}"/>
              </c:ext>
            </c:extLst>
          </c:dPt>
          <c:dPt>
            <c:idx val="2"/>
            <c:invertIfNegative val="0"/>
            <c:bubble3D val="0"/>
            <c:spPr>
              <a:solidFill>
                <a:srgbClr val="D9F06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96-4BDF-BD78-A975C0140E5A}"/>
              </c:ext>
            </c:extLst>
          </c:dPt>
          <c:dPt>
            <c:idx val="3"/>
            <c:invertIfNegative val="0"/>
            <c:bubble3D val="0"/>
            <c:spPr>
              <a:solidFill>
                <a:srgbClr val="D9F06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96-4BDF-BD78-A975C0140E5A}"/>
              </c:ext>
            </c:extLst>
          </c:dPt>
          <c:dPt>
            <c:idx val="4"/>
            <c:invertIfNegative val="0"/>
            <c:bubble3D val="0"/>
            <c:spPr>
              <a:solidFill>
                <a:srgbClr val="D9F06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096-4BDF-BD78-A975C0140E5A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96-4BDF-BD78-A975C0140E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0A18C"/>
            </a:solidFill>
            <a:ln w="6350">
              <a:solidFill>
                <a:schemeClr val="accent1">
                  <a:shade val="15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1.2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096-4BDF-BD78-A975C0140E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4B5F2"/>
            </a:solidFill>
            <a:ln w="6350">
              <a:solidFill>
                <a:schemeClr val="accent1">
                  <a:shade val="15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096-4BDF-BD78-A975C0140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1"/>
        <c:axId val="1070081360"/>
        <c:axId val="1070080640"/>
      </c:barChart>
      <c:catAx>
        <c:axId val="107008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shade val="15000"/>
                <a:alpha val="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0080640"/>
        <c:crosses val="autoZero"/>
        <c:auto val="1"/>
        <c:lblAlgn val="ctr"/>
        <c:lblOffset val="100"/>
        <c:noMultiLvlLbl val="0"/>
      </c:catAx>
      <c:valAx>
        <c:axId val="10700806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accent1">
                  <a:shade val="15000"/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7008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3720392534023337E-3"/>
          <c:y val="0.96243888152711199"/>
          <c:w val="0.95404936430437737"/>
          <c:h val="3.7561118472888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anchor="ctr" anchorCtr="0"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4118682-96EA-A7BC-FEE0-46306C47FB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DA9021-EAC2-FF68-9BAA-BE43CE8590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BC1E7-5A48-0D4E-82BD-7200F35CE403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A7B865-731C-FF0F-78D2-5D55E1CA44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932CA1-ACA6-0C7E-3AC9-B03D4C953C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527-D5E2-A142-BECC-DA6849DA5D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508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9" name="Google Shape;6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>
          <a:extLst>
            <a:ext uri="{FF2B5EF4-FFF2-40B4-BE49-F238E27FC236}">
              <a16:creationId xmlns:a16="http://schemas.microsoft.com/office/drawing/2014/main" id="{34BA11F8-A39C-EEC6-E432-816A381E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:notes">
            <a:extLst>
              <a:ext uri="{FF2B5EF4-FFF2-40B4-BE49-F238E27FC236}">
                <a16:creationId xmlns:a16="http://schemas.microsoft.com/office/drawing/2014/main" id="{4390C12F-4A98-F67D-5DB2-30E68A831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9" name="Google Shape;619;p1:notes">
            <a:extLst>
              <a:ext uri="{FF2B5EF4-FFF2-40B4-BE49-F238E27FC236}">
                <a16:creationId xmlns:a16="http://schemas.microsoft.com/office/drawing/2014/main" id="{6EC59DC7-8328-A7FA-2FFB-607B7E7F8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0876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3768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695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0C14-C552-F557-2233-FD9B2C42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67C71-AAD5-9CBB-0A1A-E391BFC1F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4B36-F7FE-7711-DD86-5364D0D7E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7EAB5-E8B0-E0BE-437B-51167BF2C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8496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C63A-DFBA-BA88-0B43-2921133E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383BF-C717-E4AD-1836-65A093E25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B23B3-A89B-1E80-7D21-5A972A0ED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A2757-117D-FB65-66B3-6D60137BA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079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3176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AB1E-1CDD-E62C-4006-DFB006A3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C1C3C-0AB8-1DBF-E158-7933999ED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6BC28-EC58-5483-3CEC-F5651896D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2DBFB-3648-3797-9641-A204A77A1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7702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CB9F-7393-664F-4C0E-4D9211F3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E1816-38F7-61FA-D9E0-153A72260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B40F6-025D-E12B-FFF1-F2278729F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BB22C-2234-5BBF-FEEB-08DBA0690E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7805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BB22-BC6F-19D3-511C-042732B2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40074-D447-66B5-96B8-9AF2C12F5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2CAA4-55C2-FB62-EFCF-D9C3FBB5D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34DE-1802-EF66-250C-6E61F3239C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74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0464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6" name="Google Shape;6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6" name="Google Shape;6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5" name="Google Shape;6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7A92F96B-0063-19CC-06CA-066F9735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2:notes">
            <a:extLst>
              <a:ext uri="{FF2B5EF4-FFF2-40B4-BE49-F238E27FC236}">
                <a16:creationId xmlns:a16="http://schemas.microsoft.com/office/drawing/2014/main" id="{F96C552A-D3F3-2C81-0CC8-1809D7F30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702" name="Google Shape;702;p12:notes">
            <a:extLst>
              <a:ext uri="{FF2B5EF4-FFF2-40B4-BE49-F238E27FC236}">
                <a16:creationId xmlns:a16="http://schemas.microsoft.com/office/drawing/2014/main" id="{66FADEA4-6BB1-0C47-B458-8211524B0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693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711" name="Google Shape;7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6" name="Google Shape;7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  <p:sp>
        <p:nvSpPr>
          <p:cNvPr id="741" name="Google Shape;7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3" name="Google Shape;7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7" name="Google Shape;7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>
          <a:extLst>
            <a:ext uri="{FF2B5EF4-FFF2-40B4-BE49-F238E27FC236}">
              <a16:creationId xmlns:a16="http://schemas.microsoft.com/office/drawing/2014/main" id="{C21508B6-410D-E47C-2919-DDC09C90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3:notes">
            <a:extLst>
              <a:ext uri="{FF2B5EF4-FFF2-40B4-BE49-F238E27FC236}">
                <a16:creationId xmlns:a16="http://schemas.microsoft.com/office/drawing/2014/main" id="{1FC4620A-682E-B380-D5AD-727B6D9E4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711" name="Google Shape;711;p13:notes">
            <a:extLst>
              <a:ext uri="{FF2B5EF4-FFF2-40B4-BE49-F238E27FC236}">
                <a16:creationId xmlns:a16="http://schemas.microsoft.com/office/drawing/2014/main" id="{ADE73743-0983-4654-D8B9-E0A83CA97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139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7" name="Google Shape;7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74D6-2EA0-264C-3CD6-F00BA839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144B5-0F83-14C0-1B73-94C831510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B7B07-0C82-D665-4AFA-A708244A7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D31A-5047-7116-2F85-5F9BAD6DAD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5175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785" name="Google Shape;7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" dirty="0"/>
          </a:p>
        </p:txBody>
      </p:sp>
      <p:sp>
        <p:nvSpPr>
          <p:cNvPr id="828" name="Google Shape;8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6" name="Google Shape;83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46</a:t>
            </a:fld>
            <a:endParaRPr kumimoji="0" lang="es-E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89328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1034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lang="es-E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71035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92272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C745-1A01-AE45-18C3-290AB3AB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EDA77-276A-814C-D94A-C2BCADF45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A7EA2-153A-B77D-71D3-56B75DE81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86531-2619-19AD-4BD0-21C54A9A18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8078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46934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61D04-A289-D1B2-2F51-6B5E14AD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7BE4E-6C01-5B0E-2074-F4AA2E06C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04C48-B545-4FB1-DAAD-6E2FFD7CA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82050-63FF-99F3-353D-1E9BC95EF5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03090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EA5C-7087-F999-841D-F8267BD1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F8FDB-A50C-49B0-7552-458F2B8C6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9044D-82D8-034D-A800-E768C432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F49F8-B5D5-2AB1-4BF1-B2F9801507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87538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3B0F-FC0E-718D-878E-B4844F84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8EC2F-45C5-7A0D-AEEB-FE062158B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FB6F2-B097-B352-D3D1-A370722A2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3848-0520-6340-7A8A-61A230D9B8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21987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8D8C-46B4-51A2-7B2D-64834E7F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0D18D-F7FA-C248-2EBB-8E879344C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A5E24-4606-8D6C-38DC-5E285B065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6B3FB-55C0-7B77-405A-BF75D64CE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59741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57</a:t>
            </a:fld>
            <a:endParaRPr kumimoji="0" lang="es-E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36609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5" name="Google Shape;8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ck Title">
  <p:cSld name="Deck Title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symbols&#10;&#10;AI-generated content may be incorrect.">
            <a:extLst>
              <a:ext uri="{FF2B5EF4-FFF2-40B4-BE49-F238E27FC236}">
                <a16:creationId xmlns:a16="http://schemas.microsoft.com/office/drawing/2014/main" id="{87EDDE0B-F75C-423D-21E0-1B95D39905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7121" y="3194288"/>
            <a:ext cx="1689359" cy="476951"/>
          </a:xfrm>
          <a:prstGeom prst="rect">
            <a:avLst/>
          </a:prstGeom>
        </p:spPr>
      </p:pic>
      <p:sp>
        <p:nvSpPr>
          <p:cNvPr id="17" name="Google Shape;17;p28"/>
          <p:cNvSpPr txBox="1">
            <a:spLocks noGrp="1"/>
          </p:cNvSpPr>
          <p:nvPr>
            <p:ph type="title"/>
          </p:nvPr>
        </p:nvSpPr>
        <p:spPr>
          <a:xfrm>
            <a:off x="4236104" y="2733653"/>
            <a:ext cx="75745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Times New Roman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noProof="0" dirty="0"/>
          </a:p>
        </p:txBody>
      </p:sp>
      <p:sp>
        <p:nvSpPr>
          <p:cNvPr id="20" name="Google Shape;20;p28"/>
          <p:cNvSpPr txBox="1"/>
          <p:nvPr/>
        </p:nvSpPr>
        <p:spPr>
          <a:xfrm>
            <a:off x="4223518" y="6319800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10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n-US" sz="10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lang="en-US" sz="350" noProof="0" dirty="0"/>
          </a:p>
        </p:txBody>
      </p:sp>
      <p:sp>
        <p:nvSpPr>
          <p:cNvPr id="21" name="Google Shape;21;p28"/>
          <p:cNvSpPr txBox="1"/>
          <p:nvPr/>
        </p:nvSpPr>
        <p:spPr>
          <a:xfrm>
            <a:off x="337121" y="6333147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ksrinc.com</a:t>
            </a:r>
          </a:p>
        </p:txBody>
      </p:sp>
      <p:cxnSp>
        <p:nvCxnSpPr>
          <p:cNvPr id="2" name="Google Shape;18;p28">
            <a:extLst>
              <a:ext uri="{FF2B5EF4-FFF2-40B4-BE49-F238E27FC236}">
                <a16:creationId xmlns:a16="http://schemas.microsoft.com/office/drawing/2014/main" id="{DC0ED177-6F4E-757A-725B-45B8043FF83A}"/>
              </a:ext>
            </a:extLst>
          </p:cNvPr>
          <p:cNvCxnSpPr/>
          <p:nvPr userDrawn="1"/>
        </p:nvCxnSpPr>
        <p:spPr>
          <a:xfrm>
            <a:off x="3141676" y="-1"/>
            <a:ext cx="0" cy="6858001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ck Title" preserve="1">
  <p:cSld name="1_Deck Title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symbols&#10;&#10;AI-generated content may be incorrect.">
            <a:extLst>
              <a:ext uri="{FF2B5EF4-FFF2-40B4-BE49-F238E27FC236}">
                <a16:creationId xmlns:a16="http://schemas.microsoft.com/office/drawing/2014/main" id="{DDCD8214-0DE2-6A52-FC58-7562130C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7121" y="3194288"/>
            <a:ext cx="1689359" cy="476951"/>
          </a:xfrm>
          <a:prstGeom prst="rect">
            <a:avLst/>
          </a:prstGeom>
        </p:spPr>
      </p:pic>
      <p:sp>
        <p:nvSpPr>
          <p:cNvPr id="17" name="Google Shape;17;p28"/>
          <p:cNvSpPr txBox="1">
            <a:spLocks noGrp="1"/>
          </p:cNvSpPr>
          <p:nvPr>
            <p:ph type="title"/>
          </p:nvPr>
        </p:nvSpPr>
        <p:spPr>
          <a:xfrm>
            <a:off x="4236104" y="2733653"/>
            <a:ext cx="75745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Times New Roman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noProof="0" dirty="0"/>
          </a:p>
        </p:txBody>
      </p:sp>
      <p:cxnSp>
        <p:nvCxnSpPr>
          <p:cNvPr id="18" name="Google Shape;18;p28"/>
          <p:cNvCxnSpPr/>
          <p:nvPr/>
        </p:nvCxnSpPr>
        <p:spPr>
          <a:xfrm>
            <a:off x="3141676" y="-1"/>
            <a:ext cx="0" cy="6858001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28"/>
          <p:cNvSpPr txBox="1"/>
          <p:nvPr/>
        </p:nvSpPr>
        <p:spPr>
          <a:xfrm>
            <a:off x="337121" y="6333147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ksrinc.com</a:t>
            </a:r>
          </a:p>
        </p:txBody>
      </p:sp>
    </p:spTree>
    <p:extLst>
      <p:ext uri="{BB962C8B-B14F-4D97-AF65-F5344CB8AC3E}">
        <p14:creationId xmlns:p14="http://schemas.microsoft.com/office/powerpoint/2010/main" val="195874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ck Title" preserve="1" userDrawn="1">
  <p:cSld name="1_Deck Title">
    <p:bg>
      <p:bgPr>
        <a:solidFill>
          <a:schemeClr val="bg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28"/>
          <p:cNvCxnSpPr/>
          <p:nvPr/>
        </p:nvCxnSpPr>
        <p:spPr>
          <a:xfrm>
            <a:off x="3141676" y="-1"/>
            <a:ext cx="0" cy="6858001"/>
          </a:xfrm>
          <a:prstGeom prst="straightConnector1">
            <a:avLst/>
          </a:prstGeom>
          <a:noFill/>
          <a:ln w="9525" cap="flat" cmpd="sng">
            <a:solidFill>
              <a:srgbClr val="73C9F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28"/>
          <p:cNvSpPr txBox="1"/>
          <p:nvPr/>
        </p:nvSpPr>
        <p:spPr>
          <a:xfrm>
            <a:off x="337121" y="6333147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ksrinc.com</a:t>
            </a:r>
          </a:p>
        </p:txBody>
      </p:sp>
      <p:cxnSp>
        <p:nvCxnSpPr>
          <p:cNvPr id="2" name="Google Shape;28;p32">
            <a:extLst>
              <a:ext uri="{FF2B5EF4-FFF2-40B4-BE49-F238E27FC236}">
                <a16:creationId xmlns:a16="http://schemas.microsoft.com/office/drawing/2014/main" id="{C4CED9F0-8E4C-690D-F911-61B8F2ADFF09}"/>
              </a:ext>
            </a:extLst>
          </p:cNvPr>
          <p:cNvCxnSpPr/>
          <p:nvPr userDrawn="1"/>
        </p:nvCxnSpPr>
        <p:spPr>
          <a:xfrm>
            <a:off x="6948994" y="-1"/>
            <a:ext cx="0" cy="68580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8E48D723-1AAA-0E2F-2E4E-75722CA9D237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7554111" y="2510632"/>
            <a:ext cx="274186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tx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Index</a:t>
            </a:r>
          </a:p>
        </p:txBody>
      </p:sp>
      <p:sp>
        <p:nvSpPr>
          <p:cNvPr id="4" name="Google Shape;34;p34">
            <a:extLst>
              <a:ext uri="{FF2B5EF4-FFF2-40B4-BE49-F238E27FC236}">
                <a16:creationId xmlns:a16="http://schemas.microsoft.com/office/drawing/2014/main" id="{3EB0052D-EF02-A07D-8C05-6F1E72E3886E}"/>
              </a:ext>
            </a:extLst>
          </p:cNvPr>
          <p:cNvSpPr txBox="1"/>
          <p:nvPr userDrawn="1"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0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n-US" sz="1000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n-US" sz="10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sz="1000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lang="en-US" sz="350" noProof="0" dirty="0"/>
          </a:p>
        </p:txBody>
      </p:sp>
      <p:sp>
        <p:nvSpPr>
          <p:cNvPr id="5" name="Google Shape;36;p34">
            <a:extLst>
              <a:ext uri="{FF2B5EF4-FFF2-40B4-BE49-F238E27FC236}">
                <a16:creationId xmlns:a16="http://schemas.microsoft.com/office/drawing/2014/main" id="{D51DDFA1-5D59-9170-4368-C3A37E2FD6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26550" y="63199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800E7D16-1DE0-86E0-FDE2-41980BAF8B6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600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am_Intro" userDrawn="1">
  <p:cSld name="Cream_Intro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sldNum" idx="12"/>
          </p:nvPr>
        </p:nvSpPr>
        <p:spPr>
          <a:xfrm>
            <a:off x="9126550" y="63199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26" name="Google Shape;26;p30"/>
          <p:cNvSpPr txBox="1"/>
          <p:nvPr/>
        </p:nvSpPr>
        <p:spPr>
          <a:xfrm>
            <a:off x="4223518" y="6319800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s-ES" sz="1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s-ES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Wisdom</a:t>
            </a:r>
            <a:r>
              <a:rPr lang="es-ES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0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sz="10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Decisions</a:t>
            </a:r>
            <a:r>
              <a:rPr lang="es-ES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50" dirty="0"/>
          </a:p>
        </p:txBody>
      </p: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0305520A-6B4A-E198-E14F-DBD57A2C3213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8438C1D2-7568-562B-6A68-8AE0D1E79AB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;p39">
            <a:extLst>
              <a:ext uri="{FF2B5EF4-FFF2-40B4-BE49-F238E27FC236}">
                <a16:creationId xmlns:a16="http://schemas.microsoft.com/office/drawing/2014/main" id="{609E4099-FCD3-7FBE-A8B8-78A79CDD0DB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85677" y="188552"/>
            <a:ext cx="553597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" userDrawn="1">
  <p:cSld name="Index">
    <p:bg>
      <p:bgPr>
        <a:solidFill>
          <a:schemeClr val="dk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32"/>
          <p:cNvCxnSpPr/>
          <p:nvPr/>
        </p:nvCxnSpPr>
        <p:spPr>
          <a:xfrm>
            <a:off x="3141676" y="-1"/>
            <a:ext cx="0" cy="6858001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" name="Google Shape;29;p32"/>
          <p:cNvSpPr txBox="1"/>
          <p:nvPr/>
        </p:nvSpPr>
        <p:spPr>
          <a:xfrm>
            <a:off x="4223518" y="6319800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s-ES" sz="1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s-E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Wisdom</a:t>
            </a:r>
            <a:r>
              <a:rPr lang="es-E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0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s-E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noProof="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Decisions</a:t>
            </a:r>
            <a:r>
              <a:rPr lang="es-E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50" dirty="0"/>
          </a:p>
        </p:txBody>
      </p:sp>
      <p:sp>
        <p:nvSpPr>
          <p:cNvPr id="31" name="Google Shape;31;p32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DC59F116-2085-F5B0-BF02-D3E5FF85AA9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;p39">
            <a:extLst>
              <a:ext uri="{FF2B5EF4-FFF2-40B4-BE49-F238E27FC236}">
                <a16:creationId xmlns:a16="http://schemas.microsoft.com/office/drawing/2014/main" id="{3F998B99-AF5D-2C54-4AC8-FAA22E4E7FB8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274186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bg2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Index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_Cover" userDrawn="1">
  <p:cSld name="Blue_Cover">
    <p:bg>
      <p:bgPr>
        <a:solidFill>
          <a:schemeClr val="dk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0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n-US" sz="1000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n-US" sz="10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sz="1000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lang="en-US" sz="350" noProof="0" dirty="0"/>
          </a:p>
        </p:txBody>
      </p:sp>
      <p:cxnSp>
        <p:nvCxnSpPr>
          <p:cNvPr id="35" name="Google Shape;35;p34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" name="Google Shape;36;p34"/>
          <p:cNvSpPr txBox="1">
            <a:spLocks noGrp="1"/>
          </p:cNvSpPr>
          <p:nvPr>
            <p:ph type="sldNum" idx="12"/>
          </p:nvPr>
        </p:nvSpPr>
        <p:spPr>
          <a:xfrm>
            <a:off x="9126550" y="63199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484C77F5-77B5-3263-3B30-4C92B906A9EC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0;p39">
            <a:extLst>
              <a:ext uri="{FF2B5EF4-FFF2-40B4-BE49-F238E27FC236}">
                <a16:creationId xmlns:a16="http://schemas.microsoft.com/office/drawing/2014/main" id="{8E43CDBE-3678-2EC0-965A-D1B22206F90A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Section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-Industry-Cover" userDrawn="1">
  <p:cSld name="Industry Section Health">
    <p:bg>
      <p:bgPr>
        <a:solidFill>
          <a:schemeClr val="accen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sz="350"/>
          </a:p>
        </p:txBody>
      </p:sp>
      <p:cxnSp>
        <p:nvCxnSpPr>
          <p:cNvPr id="295" name="Google Shape;295;p35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3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CD1BA382-308C-A855-B073-133B56B6E5F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E20B481B-E683-F2D1-F2FD-FC45DC119010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Industry Section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-Industry-Cover" preserve="1" userDrawn="1">
  <p:cSld name="Industry Section Business">
    <p:bg>
      <p:bgPr>
        <a:solidFill>
          <a:srgbClr val="DB4D29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sz="350"/>
          </a:p>
        </p:txBody>
      </p:sp>
      <p:cxnSp>
        <p:nvCxnSpPr>
          <p:cNvPr id="295" name="Google Shape;295;p35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3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CD1BA382-308C-A855-B073-133B56B6E5F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E20B481B-E683-F2D1-F2FD-FC45DC119010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Industry Section</a:t>
            </a:r>
          </a:p>
        </p:txBody>
      </p:sp>
    </p:spTree>
    <p:extLst>
      <p:ext uri="{BB962C8B-B14F-4D97-AF65-F5344CB8AC3E}">
        <p14:creationId xmlns:p14="http://schemas.microsoft.com/office/powerpoint/2010/main" val="2949488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-Industry-Cover" preserve="1" userDrawn="1">
  <p:cSld name="Industry Section Retail">
    <p:bg>
      <p:bgPr>
        <a:solidFill>
          <a:srgbClr val="A8364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sz="350"/>
          </a:p>
        </p:txBody>
      </p:sp>
      <p:cxnSp>
        <p:nvCxnSpPr>
          <p:cNvPr id="295" name="Google Shape;295;p35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3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CD1BA382-308C-A855-B073-133B56B6E5F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E20B481B-E683-F2D1-F2FD-FC45DC119010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Industry Section</a:t>
            </a:r>
          </a:p>
        </p:txBody>
      </p:sp>
    </p:spTree>
    <p:extLst>
      <p:ext uri="{BB962C8B-B14F-4D97-AF65-F5344CB8AC3E}">
        <p14:creationId xmlns:p14="http://schemas.microsoft.com/office/powerpoint/2010/main" val="340848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-Industry-Cover" preserve="1" userDrawn="1">
  <p:cSld name="Industry Section Telecom">
    <p:bg>
      <p:bgPr>
        <a:solidFill>
          <a:srgbClr val="C4B5F2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en-US" sz="1000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n-US" sz="1000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n-US" sz="1000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sz="1000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lang="en-US" sz="350" noProof="0" dirty="0">
              <a:solidFill>
                <a:schemeClr val="tx1"/>
              </a:solidFill>
            </a:endParaRPr>
          </a:p>
        </p:txBody>
      </p:sp>
      <p:cxnSp>
        <p:nvCxnSpPr>
          <p:cNvPr id="295" name="Google Shape;295;p35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3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E20B481B-E683-F2D1-F2FD-FC45DC119010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tx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Industry Section</a:t>
            </a:r>
          </a:p>
        </p:txBody>
      </p:sp>
      <p:pic>
        <p:nvPicPr>
          <p:cNvPr id="4" name="Google Shape;30;p32">
            <a:extLst>
              <a:ext uri="{FF2B5EF4-FFF2-40B4-BE49-F238E27FC236}">
                <a16:creationId xmlns:a16="http://schemas.microsoft.com/office/drawing/2014/main" id="{32DA937B-8C70-E0C6-8696-B818C8B79C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90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-Industry-Cover" preserve="1" userDrawn="1">
  <p:cSld name="Industry Section Transportation">
    <p:bg>
      <p:bgPr>
        <a:solidFill>
          <a:srgbClr val="3D8C63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E20B481B-E683-F2D1-F2FD-FC45DC119010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bg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Industry Section</a:t>
            </a:r>
          </a:p>
        </p:txBody>
      </p:sp>
      <p:sp>
        <p:nvSpPr>
          <p:cNvPr id="2" name="Google Shape;294;p35">
            <a:extLst>
              <a:ext uri="{FF2B5EF4-FFF2-40B4-BE49-F238E27FC236}">
                <a16:creationId xmlns:a16="http://schemas.microsoft.com/office/drawing/2014/main" id="{BC819656-E38E-9E4F-CF7A-518786D3D5DF}"/>
              </a:ext>
            </a:extLst>
          </p:cNvPr>
          <p:cNvSpPr txBox="1"/>
          <p:nvPr userDrawn="1"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s-E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s-E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sz="350"/>
          </a:p>
        </p:txBody>
      </p:sp>
      <p:cxnSp>
        <p:nvCxnSpPr>
          <p:cNvPr id="5" name="Google Shape;295;p35">
            <a:extLst>
              <a:ext uri="{FF2B5EF4-FFF2-40B4-BE49-F238E27FC236}">
                <a16:creationId xmlns:a16="http://schemas.microsoft.com/office/drawing/2014/main" id="{3933C6CD-FAC8-542D-03D0-822B863189AA}"/>
              </a:ext>
            </a:extLst>
          </p:cNvPr>
          <p:cNvCxnSpPr/>
          <p:nvPr userDrawn="1"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296;p35">
            <a:extLst>
              <a:ext uri="{FF2B5EF4-FFF2-40B4-BE49-F238E27FC236}">
                <a16:creationId xmlns:a16="http://schemas.microsoft.com/office/drawing/2014/main" id="{BC58EF18-E228-0DA6-381E-28B4241B23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Google Shape;30;p32">
            <a:extLst>
              <a:ext uri="{FF2B5EF4-FFF2-40B4-BE49-F238E27FC236}">
                <a16:creationId xmlns:a16="http://schemas.microsoft.com/office/drawing/2014/main" id="{48B893D3-218B-87FD-4F67-06970A33141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104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-Industry-Cover" preserve="1" userDrawn="1">
  <p:cSld name="Industry Section Technology">
    <p:bg>
      <p:bgPr>
        <a:solidFill>
          <a:srgbClr val="D9F06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/>
        </p:nvSpPr>
        <p:spPr>
          <a:xfrm>
            <a:off x="4223393" y="6319925"/>
            <a:ext cx="21502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en-US" sz="1000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r>
              <a:rPr lang="en-US" sz="1000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Wisdom. </a:t>
            </a:r>
            <a:r>
              <a:rPr lang="en-US" sz="1000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sz="1000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Decisions.</a:t>
            </a:r>
            <a:endParaRPr lang="en-US" sz="350" noProof="0" dirty="0">
              <a:solidFill>
                <a:schemeClr val="tx1"/>
              </a:solidFill>
            </a:endParaRPr>
          </a:p>
        </p:txBody>
      </p:sp>
      <p:cxnSp>
        <p:nvCxnSpPr>
          <p:cNvPr id="295" name="Google Shape;295;p35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3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3" name="Google Shape;50;p39">
            <a:extLst>
              <a:ext uri="{FF2B5EF4-FFF2-40B4-BE49-F238E27FC236}">
                <a16:creationId xmlns:a16="http://schemas.microsoft.com/office/drawing/2014/main" id="{E20B481B-E683-F2D1-F2FD-FC45DC119010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tx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Industry Section</a:t>
            </a:r>
          </a:p>
        </p:txBody>
      </p:sp>
      <p:pic>
        <p:nvPicPr>
          <p:cNvPr id="4" name="Google Shape;30;p32">
            <a:extLst>
              <a:ext uri="{FF2B5EF4-FFF2-40B4-BE49-F238E27FC236}">
                <a16:creationId xmlns:a16="http://schemas.microsoft.com/office/drawing/2014/main" id="{32DA937B-8C70-E0C6-8696-B818C8B79C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437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_Background" userDrawn="1">
  <p:cSld name="Image_Background">
    <p:bg>
      <p:bgPr>
        <a:solidFill>
          <a:srgbClr val="7F7F7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9" name="Google Shape;39;p37"/>
          <p:cNvCxnSpPr/>
          <p:nvPr/>
        </p:nvCxnSpPr>
        <p:spPr>
          <a:xfrm>
            <a:off x="0" y="593334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" name="Google Shape;40;p37"/>
          <p:cNvSpPr txBox="1">
            <a:spLocks noGrp="1"/>
          </p:cNvSpPr>
          <p:nvPr>
            <p:ph type="sldNum" idx="12"/>
          </p:nvPr>
        </p:nvSpPr>
        <p:spPr>
          <a:xfrm>
            <a:off x="9126594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37658305-E2BE-B0EB-1093-CC9B15F32E1B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;p39">
            <a:extLst>
              <a:ext uri="{FF2B5EF4-FFF2-40B4-BE49-F238E27FC236}">
                <a16:creationId xmlns:a16="http://schemas.microsoft.com/office/drawing/2014/main" id="{B2F25DE0-A8E7-4552-42CD-2F80CD86E69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85677" y="188552"/>
            <a:ext cx="11684117" cy="3596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lumn" userDrawn="1">
  <p:cSld name="1-Column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9" name="Google Shape;49;p39"/>
          <p:cNvSpPr txBox="1">
            <a:spLocks noGrp="1"/>
          </p:cNvSpPr>
          <p:nvPr>
            <p:ph type="body" idx="2"/>
          </p:nvPr>
        </p:nvSpPr>
        <p:spPr>
          <a:xfrm>
            <a:off x="337250" y="3974572"/>
            <a:ext cx="11484044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653B798D-E98A-6EE7-7D7B-04ECF584436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30;p32">
            <a:extLst>
              <a:ext uri="{FF2B5EF4-FFF2-40B4-BE49-F238E27FC236}">
                <a16:creationId xmlns:a16="http://schemas.microsoft.com/office/drawing/2014/main" id="{794767E3-82CE-6DBD-F9C0-9002C8F40C3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0;p39">
            <a:extLst>
              <a:ext uri="{FF2B5EF4-FFF2-40B4-BE49-F238E27FC236}">
                <a16:creationId xmlns:a16="http://schemas.microsoft.com/office/drawing/2014/main" id="{25614B1E-495D-2747-15CD-0B5A25A72DD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85677" y="188552"/>
            <a:ext cx="1163561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s-01" userDrawn="1">
  <p:cSld name="2-Columns-01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58" name="Google Shape;58;p41"/>
          <p:cNvSpPr txBox="1">
            <a:spLocks noGrp="1"/>
          </p:cNvSpPr>
          <p:nvPr>
            <p:ph type="body" idx="4"/>
          </p:nvPr>
        </p:nvSpPr>
        <p:spPr>
          <a:xfrm>
            <a:off x="6247781" y="3974572"/>
            <a:ext cx="5578954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5"/>
          </p:nvPr>
        </p:nvSpPr>
        <p:spPr>
          <a:xfrm>
            <a:off x="337250" y="3974572"/>
            <a:ext cx="5578954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F27B4F7D-125D-C2C0-FD47-55B871EAB41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30;p32">
            <a:extLst>
              <a:ext uri="{FF2B5EF4-FFF2-40B4-BE49-F238E27FC236}">
                <a16:creationId xmlns:a16="http://schemas.microsoft.com/office/drawing/2014/main" id="{57B35C98-9E3F-21B2-842F-DCE8B742018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0;p39">
            <a:extLst>
              <a:ext uri="{FF2B5EF4-FFF2-40B4-BE49-F238E27FC236}">
                <a16:creationId xmlns:a16="http://schemas.microsoft.com/office/drawing/2014/main" id="{69303B63-FFD6-1376-48C1-BD58A17C3F3A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85677" y="188552"/>
            <a:ext cx="553597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50;p39">
            <a:extLst>
              <a:ext uri="{FF2B5EF4-FFF2-40B4-BE49-F238E27FC236}">
                <a16:creationId xmlns:a16="http://schemas.microsoft.com/office/drawing/2014/main" id="{60BF12CC-EDEA-42A1-665B-DD906145C0E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095197" y="173075"/>
            <a:ext cx="553597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userDrawn="1">
  <p:cSld name="Text + Image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6" name="Google Shape;66;p43"/>
          <p:cNvSpPr txBox="1">
            <a:spLocks noGrp="1"/>
          </p:cNvSpPr>
          <p:nvPr>
            <p:ph type="body" idx="3"/>
          </p:nvPr>
        </p:nvSpPr>
        <p:spPr>
          <a:xfrm>
            <a:off x="337250" y="3974572"/>
            <a:ext cx="5578954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>
            <a:spLocks noGrp="1"/>
          </p:cNvSpPr>
          <p:nvPr>
            <p:ph type="pic" idx="4"/>
          </p:nvPr>
        </p:nvSpPr>
        <p:spPr>
          <a:xfrm>
            <a:off x="6275796" y="386557"/>
            <a:ext cx="5545498" cy="5184775"/>
          </a:xfrm>
          <a:prstGeom prst="roundRect">
            <a:avLst>
              <a:gd name="adj" fmla="val 2705"/>
            </a:avLst>
          </a:prstGeom>
          <a:solidFill>
            <a:srgbClr val="7F7F7F"/>
          </a:solidFill>
          <a:ln>
            <a:noFill/>
          </a:ln>
        </p:spPr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807A010D-3A32-EA08-3D9D-F2684E630BDA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30;p32">
            <a:extLst>
              <a:ext uri="{FF2B5EF4-FFF2-40B4-BE49-F238E27FC236}">
                <a16:creationId xmlns:a16="http://schemas.microsoft.com/office/drawing/2014/main" id="{706212F1-6A87-A26C-8319-D51F26A06009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0;p39">
            <a:extLst>
              <a:ext uri="{FF2B5EF4-FFF2-40B4-BE49-F238E27FC236}">
                <a16:creationId xmlns:a16="http://schemas.microsoft.com/office/drawing/2014/main" id="{DFC7675F-5DCF-D620-681E-33A8A5DAE2ED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85677" y="188552"/>
            <a:ext cx="553597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s-02" userDrawn="1">
  <p:cSld name="2-Columns-02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3" name="Google Shape;73;p45"/>
          <p:cNvSpPr txBox="1">
            <a:spLocks noGrp="1"/>
          </p:cNvSpPr>
          <p:nvPr>
            <p:ph type="body" idx="2"/>
          </p:nvPr>
        </p:nvSpPr>
        <p:spPr>
          <a:xfrm>
            <a:off x="189823" y="4852255"/>
            <a:ext cx="553597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body" idx="3"/>
          </p:nvPr>
        </p:nvSpPr>
        <p:spPr>
          <a:xfrm>
            <a:off x="6242341" y="332623"/>
            <a:ext cx="5578954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body" idx="4"/>
          </p:nvPr>
        </p:nvSpPr>
        <p:spPr>
          <a:xfrm>
            <a:off x="6242341" y="4090976"/>
            <a:ext cx="5578954" cy="152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E5D7FD6E-F63D-2F02-C348-995D62D28EFB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30;p32">
            <a:extLst>
              <a:ext uri="{FF2B5EF4-FFF2-40B4-BE49-F238E27FC236}">
                <a16:creationId xmlns:a16="http://schemas.microsoft.com/office/drawing/2014/main" id="{C618E144-DECE-582F-EE8D-1B85482C77C1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ustries" userDrawn="1">
  <p:cSld name="Industries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3" name="Google Shape;83;p47"/>
          <p:cNvSpPr/>
          <p:nvPr/>
        </p:nvSpPr>
        <p:spPr>
          <a:xfrm>
            <a:off x="5520835" y="380420"/>
            <a:ext cx="395369" cy="395344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7"/>
          <p:cNvSpPr/>
          <p:nvPr/>
        </p:nvSpPr>
        <p:spPr>
          <a:xfrm>
            <a:off x="5520835" y="1334230"/>
            <a:ext cx="395369" cy="395344"/>
          </a:xfrm>
          <a:prstGeom prst="ellipse">
            <a:avLst/>
          </a:prstGeom>
          <a:solidFill>
            <a:srgbClr val="C7B5F7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7"/>
          <p:cNvSpPr/>
          <p:nvPr/>
        </p:nvSpPr>
        <p:spPr>
          <a:xfrm>
            <a:off x="5520835" y="2288041"/>
            <a:ext cx="395369" cy="395344"/>
          </a:xfrm>
          <a:prstGeom prst="ellipse">
            <a:avLst/>
          </a:prstGeom>
          <a:solidFill>
            <a:srgbClr val="044B50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7"/>
          <p:cNvSpPr/>
          <p:nvPr/>
        </p:nvSpPr>
        <p:spPr>
          <a:xfrm>
            <a:off x="5520835" y="3241851"/>
            <a:ext cx="395369" cy="395344"/>
          </a:xfrm>
          <a:prstGeom prst="ellipse">
            <a:avLst/>
          </a:prstGeom>
          <a:solidFill>
            <a:srgbClr val="B7284D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7"/>
          <p:cNvSpPr/>
          <p:nvPr/>
        </p:nvSpPr>
        <p:spPr>
          <a:xfrm>
            <a:off x="5520835" y="4195662"/>
            <a:ext cx="395369" cy="395344"/>
          </a:xfrm>
          <a:prstGeom prst="ellipse">
            <a:avLst/>
          </a:prstGeom>
          <a:solidFill>
            <a:srgbClr val="D4F13E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7"/>
          <p:cNvSpPr/>
          <p:nvPr/>
        </p:nvSpPr>
        <p:spPr>
          <a:xfrm>
            <a:off x="5520835" y="5149472"/>
            <a:ext cx="395369" cy="395344"/>
          </a:xfrm>
          <a:prstGeom prst="ellipse">
            <a:avLst/>
          </a:prstGeom>
          <a:solidFill>
            <a:srgbClr val="008E5F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F2F194F1-C72A-9C61-C09D-2916954A49D9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30;p32">
            <a:extLst>
              <a:ext uri="{FF2B5EF4-FFF2-40B4-BE49-F238E27FC236}">
                <a16:creationId xmlns:a16="http://schemas.microsoft.com/office/drawing/2014/main" id="{86DE220D-617A-87FB-0FF6-74FC9AF2661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5;p46">
            <a:extLst>
              <a:ext uri="{FF2B5EF4-FFF2-40B4-BE49-F238E27FC236}">
                <a16:creationId xmlns:a16="http://schemas.microsoft.com/office/drawing/2014/main" id="{377A8D4A-A185-58AF-DD16-709E942D988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71535" y="-53059"/>
            <a:ext cx="5588729" cy="9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228600" lvl="0" indent="-114300" algn="just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365;p46">
            <a:extLst>
              <a:ext uri="{FF2B5EF4-FFF2-40B4-BE49-F238E27FC236}">
                <a16:creationId xmlns:a16="http://schemas.microsoft.com/office/drawing/2014/main" id="{469AE38F-C789-6DC1-BE2E-79275E5F593E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281021" y="997434"/>
            <a:ext cx="5588729" cy="9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228600" lvl="0" indent="-114300" algn="just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365;p46">
            <a:extLst>
              <a:ext uri="{FF2B5EF4-FFF2-40B4-BE49-F238E27FC236}">
                <a16:creationId xmlns:a16="http://schemas.microsoft.com/office/drawing/2014/main" id="{C5C1D498-571E-BF24-A04D-8D9F489942C4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275797" y="1894032"/>
            <a:ext cx="5588729" cy="9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228600" lvl="0" indent="-114300" algn="just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365;p46">
            <a:extLst>
              <a:ext uri="{FF2B5EF4-FFF2-40B4-BE49-F238E27FC236}">
                <a16:creationId xmlns:a16="http://schemas.microsoft.com/office/drawing/2014/main" id="{7094420F-77F5-3135-35E1-E19555F0F35E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6270574" y="2840587"/>
            <a:ext cx="5588729" cy="9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228600" lvl="0" indent="-114300" algn="just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365;p46">
            <a:extLst>
              <a:ext uri="{FF2B5EF4-FFF2-40B4-BE49-F238E27FC236}">
                <a16:creationId xmlns:a16="http://schemas.microsoft.com/office/drawing/2014/main" id="{459ECBB1-ECA6-347E-3304-972A8B7CD10E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6265351" y="3810723"/>
            <a:ext cx="5588729" cy="9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228600" lvl="0" indent="-114300" algn="just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365;p46">
            <a:extLst>
              <a:ext uri="{FF2B5EF4-FFF2-40B4-BE49-F238E27FC236}">
                <a16:creationId xmlns:a16="http://schemas.microsoft.com/office/drawing/2014/main" id="{B7504B73-780D-0A76-929F-AA576335AE18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265350" y="4802192"/>
            <a:ext cx="5588729" cy="75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228600" lvl="0" indent="-11430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50;p39">
            <a:extLst>
              <a:ext uri="{FF2B5EF4-FFF2-40B4-BE49-F238E27FC236}">
                <a16:creationId xmlns:a16="http://schemas.microsoft.com/office/drawing/2014/main" id="{34A66445-4CAC-44E7-A958-94FAAF43D61B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185677" y="188552"/>
            <a:ext cx="4110378" cy="184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userDrawn="1">
  <p:cSld name="Text+Image02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4" name="Google Shape;94;p49"/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9"/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C53043A3-2ECF-6253-7DFB-BE46A9EE651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0E0D7FE7-1924-3F40-1156-AC3164A9E7E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01" userDrawn="1">
  <p:cSld name="3 Columns 01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22A66F-13BE-ED7C-A199-7E316A8D9E10}"/>
              </a:ext>
            </a:extLst>
          </p:cNvPr>
          <p:cNvSpPr/>
          <p:nvPr userDrawn="1"/>
        </p:nvSpPr>
        <p:spPr>
          <a:xfrm>
            <a:off x="4054857" y="-6070"/>
            <a:ext cx="4135763" cy="1066444"/>
          </a:xfrm>
          <a:prstGeom prst="rect">
            <a:avLst/>
          </a:prstGeom>
          <a:solidFill>
            <a:srgbClr val="C4B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32227-BC56-72F9-F886-5C73B6B89960}"/>
              </a:ext>
            </a:extLst>
          </p:cNvPr>
          <p:cNvSpPr/>
          <p:nvPr userDrawn="1"/>
        </p:nvSpPr>
        <p:spPr>
          <a:xfrm>
            <a:off x="8076138" y="-6070"/>
            <a:ext cx="4115862" cy="1066444"/>
          </a:xfrm>
          <a:prstGeom prst="rect">
            <a:avLst/>
          </a:prstGeom>
          <a:solidFill>
            <a:srgbClr val="D9F0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A9A8AB-7C02-11E9-342F-667F487738F9}"/>
              </a:ext>
            </a:extLst>
          </p:cNvPr>
          <p:cNvSpPr/>
          <p:nvPr userDrawn="1"/>
        </p:nvSpPr>
        <p:spPr>
          <a:xfrm>
            <a:off x="3" y="-6070"/>
            <a:ext cx="4115859" cy="1066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 dirty="0"/>
          </a:p>
        </p:txBody>
      </p:sp>
      <p:sp>
        <p:nvSpPr>
          <p:cNvPr id="98" name="Google Shape;98;p5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101" name="Google Shape;101;p51"/>
          <p:cNvCxnSpPr>
            <a:cxnSpLocks/>
          </p:cNvCxnSpPr>
          <p:nvPr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51"/>
          <p:cNvSpPr txBox="1">
            <a:spLocks noGrp="1"/>
          </p:cNvSpPr>
          <p:nvPr>
            <p:ph type="body" idx="2"/>
          </p:nvPr>
        </p:nvSpPr>
        <p:spPr>
          <a:xfrm>
            <a:off x="322015" y="332623"/>
            <a:ext cx="3613654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51"/>
          <p:cNvSpPr txBox="1">
            <a:spLocks noGrp="1"/>
          </p:cNvSpPr>
          <p:nvPr>
            <p:ph type="body" idx="3"/>
          </p:nvPr>
        </p:nvSpPr>
        <p:spPr>
          <a:xfrm>
            <a:off x="321091" y="2377442"/>
            <a:ext cx="3614578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51"/>
          <p:cNvSpPr txBox="1">
            <a:spLocks noGrp="1"/>
          </p:cNvSpPr>
          <p:nvPr>
            <p:ph type="body" idx="4"/>
          </p:nvPr>
        </p:nvSpPr>
        <p:spPr>
          <a:xfrm>
            <a:off x="4244761" y="2377442"/>
            <a:ext cx="3633721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51"/>
          <p:cNvSpPr txBox="1">
            <a:spLocks noGrp="1"/>
          </p:cNvSpPr>
          <p:nvPr>
            <p:ph type="body" idx="5"/>
          </p:nvPr>
        </p:nvSpPr>
        <p:spPr>
          <a:xfrm>
            <a:off x="8200329" y="2377442"/>
            <a:ext cx="3633721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51"/>
          <p:cNvSpPr txBox="1">
            <a:spLocks noGrp="1"/>
          </p:cNvSpPr>
          <p:nvPr>
            <p:ph type="body" idx="6"/>
          </p:nvPr>
        </p:nvSpPr>
        <p:spPr>
          <a:xfrm>
            <a:off x="4245685" y="332623"/>
            <a:ext cx="3632797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7" name="Google Shape;107;p51"/>
          <p:cNvSpPr txBox="1">
            <a:spLocks noGrp="1"/>
          </p:cNvSpPr>
          <p:nvPr>
            <p:ph type="body" idx="7"/>
          </p:nvPr>
        </p:nvSpPr>
        <p:spPr>
          <a:xfrm>
            <a:off x="8190620" y="332623"/>
            <a:ext cx="3632797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8" name="Google Shape;108;p51"/>
          <p:cNvCxnSpPr>
            <a:cxnSpLocks/>
          </p:cNvCxnSpPr>
          <p:nvPr/>
        </p:nvCxnSpPr>
        <p:spPr>
          <a:xfrm>
            <a:off x="4115862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" name="Google Shape;109;p51"/>
          <p:cNvCxnSpPr>
            <a:cxnSpLocks/>
          </p:cNvCxnSpPr>
          <p:nvPr/>
        </p:nvCxnSpPr>
        <p:spPr>
          <a:xfrm>
            <a:off x="8071431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51"/>
          <p:cNvCxnSpPr/>
          <p:nvPr/>
        </p:nvCxnSpPr>
        <p:spPr>
          <a:xfrm>
            <a:off x="397" y="1060377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334D40BE-4A28-E021-3AC9-CB86DCAD35C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01" preserve="1" userDrawn="1">
  <p:cSld name="1_3 Columns 01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101" name="Google Shape;101;p51"/>
          <p:cNvCxnSpPr>
            <a:cxnSpLocks/>
          </p:cNvCxnSpPr>
          <p:nvPr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51"/>
          <p:cNvSpPr txBox="1">
            <a:spLocks noGrp="1"/>
          </p:cNvSpPr>
          <p:nvPr>
            <p:ph type="body" idx="2"/>
          </p:nvPr>
        </p:nvSpPr>
        <p:spPr>
          <a:xfrm>
            <a:off x="322015" y="232952"/>
            <a:ext cx="3613654" cy="5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3" name="Google Shape;103;p51"/>
          <p:cNvSpPr txBox="1">
            <a:spLocks noGrp="1"/>
          </p:cNvSpPr>
          <p:nvPr>
            <p:ph type="body" idx="3"/>
          </p:nvPr>
        </p:nvSpPr>
        <p:spPr>
          <a:xfrm>
            <a:off x="321091" y="2377442"/>
            <a:ext cx="3614578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51"/>
          <p:cNvSpPr txBox="1">
            <a:spLocks noGrp="1"/>
          </p:cNvSpPr>
          <p:nvPr>
            <p:ph type="body" idx="4"/>
          </p:nvPr>
        </p:nvSpPr>
        <p:spPr>
          <a:xfrm>
            <a:off x="4244761" y="2377442"/>
            <a:ext cx="3633721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51"/>
          <p:cNvSpPr txBox="1">
            <a:spLocks noGrp="1"/>
          </p:cNvSpPr>
          <p:nvPr>
            <p:ph type="body" idx="5"/>
          </p:nvPr>
        </p:nvSpPr>
        <p:spPr>
          <a:xfrm>
            <a:off x="8200329" y="2377442"/>
            <a:ext cx="3633721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51"/>
          <p:cNvSpPr txBox="1">
            <a:spLocks noGrp="1"/>
          </p:cNvSpPr>
          <p:nvPr>
            <p:ph type="body" idx="6"/>
          </p:nvPr>
        </p:nvSpPr>
        <p:spPr>
          <a:xfrm>
            <a:off x="4245685" y="232952"/>
            <a:ext cx="3632797" cy="5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7" name="Google Shape;107;p51"/>
          <p:cNvSpPr txBox="1">
            <a:spLocks noGrp="1"/>
          </p:cNvSpPr>
          <p:nvPr>
            <p:ph type="body" idx="7"/>
          </p:nvPr>
        </p:nvSpPr>
        <p:spPr>
          <a:xfrm>
            <a:off x="8190620" y="232952"/>
            <a:ext cx="3632797" cy="59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08" name="Google Shape;108;p51"/>
          <p:cNvCxnSpPr>
            <a:cxnSpLocks/>
          </p:cNvCxnSpPr>
          <p:nvPr/>
        </p:nvCxnSpPr>
        <p:spPr>
          <a:xfrm>
            <a:off x="4115862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" name="Google Shape;109;p51"/>
          <p:cNvCxnSpPr>
            <a:cxnSpLocks/>
          </p:cNvCxnSpPr>
          <p:nvPr/>
        </p:nvCxnSpPr>
        <p:spPr>
          <a:xfrm>
            <a:off x="8071431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51"/>
          <p:cNvCxnSpPr/>
          <p:nvPr/>
        </p:nvCxnSpPr>
        <p:spPr>
          <a:xfrm>
            <a:off x="397" y="1060377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334D40BE-4A28-E021-3AC9-CB86DCAD35C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99217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01" preserve="1" userDrawn="1">
  <p:cSld name="1_3 Columns 01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101" name="Google Shape;101;p51"/>
          <p:cNvCxnSpPr>
            <a:cxnSpLocks/>
          </p:cNvCxnSpPr>
          <p:nvPr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51"/>
          <p:cNvSpPr txBox="1">
            <a:spLocks noGrp="1"/>
          </p:cNvSpPr>
          <p:nvPr>
            <p:ph type="body" idx="2"/>
          </p:nvPr>
        </p:nvSpPr>
        <p:spPr>
          <a:xfrm>
            <a:off x="322014" y="232952"/>
            <a:ext cx="5155365" cy="5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3" name="Google Shape;103;p51"/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156683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4" name="Google Shape;104;p51"/>
          <p:cNvSpPr txBox="1">
            <a:spLocks noGrp="1"/>
          </p:cNvSpPr>
          <p:nvPr>
            <p:ph type="body" idx="4"/>
          </p:nvPr>
        </p:nvSpPr>
        <p:spPr>
          <a:xfrm>
            <a:off x="6522134" y="2377442"/>
            <a:ext cx="5157216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51"/>
          <p:cNvSpPr txBox="1">
            <a:spLocks noGrp="1"/>
          </p:cNvSpPr>
          <p:nvPr>
            <p:ph type="body" idx="6"/>
          </p:nvPr>
        </p:nvSpPr>
        <p:spPr>
          <a:xfrm>
            <a:off x="6523058" y="232952"/>
            <a:ext cx="5157216" cy="5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08" name="Google Shape;108;p51"/>
          <p:cNvCxnSpPr>
            <a:cxnSpLocks/>
          </p:cNvCxnSpPr>
          <p:nvPr/>
        </p:nvCxnSpPr>
        <p:spPr>
          <a:xfrm>
            <a:off x="6096000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51"/>
          <p:cNvCxnSpPr/>
          <p:nvPr/>
        </p:nvCxnSpPr>
        <p:spPr>
          <a:xfrm>
            <a:off x="397" y="1060377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334D40BE-4A28-E021-3AC9-CB86DCAD35C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21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+ Image" userDrawn="1">
  <p:cSld name="3 Columns + Image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6" name="Google Shape;116;p53"/>
          <p:cNvSpPr txBox="1">
            <a:spLocks noGrp="1"/>
          </p:cNvSpPr>
          <p:nvPr>
            <p:ph type="body" idx="2"/>
          </p:nvPr>
        </p:nvSpPr>
        <p:spPr>
          <a:xfrm>
            <a:off x="338503" y="4016004"/>
            <a:ext cx="3613654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53"/>
          <p:cNvSpPr txBox="1">
            <a:spLocks noGrp="1"/>
          </p:cNvSpPr>
          <p:nvPr>
            <p:ph type="body" idx="3"/>
          </p:nvPr>
        </p:nvSpPr>
        <p:spPr>
          <a:xfrm>
            <a:off x="330617" y="4685703"/>
            <a:ext cx="3614578" cy="9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53"/>
          <p:cNvSpPr txBox="1">
            <a:spLocks noGrp="1"/>
          </p:cNvSpPr>
          <p:nvPr>
            <p:ph type="body" idx="4"/>
          </p:nvPr>
        </p:nvSpPr>
        <p:spPr>
          <a:xfrm>
            <a:off x="4272931" y="4016004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53"/>
          <p:cNvSpPr txBox="1">
            <a:spLocks noGrp="1"/>
          </p:cNvSpPr>
          <p:nvPr>
            <p:ph type="body" idx="5"/>
          </p:nvPr>
        </p:nvSpPr>
        <p:spPr>
          <a:xfrm>
            <a:off x="8207108" y="4016004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53"/>
          <p:cNvSpPr>
            <a:spLocks noGrp="1"/>
          </p:cNvSpPr>
          <p:nvPr>
            <p:ph type="pic" idx="6"/>
          </p:nvPr>
        </p:nvSpPr>
        <p:spPr>
          <a:xfrm>
            <a:off x="4321220" y="386557"/>
            <a:ext cx="3555334" cy="2362200"/>
          </a:xfrm>
          <a:prstGeom prst="roundRect">
            <a:avLst>
              <a:gd name="adj" fmla="val 4617"/>
            </a:avLst>
          </a:prstGeom>
          <a:solidFill>
            <a:srgbClr val="7F7F7F"/>
          </a:solidFill>
          <a:ln>
            <a:noFill/>
          </a:ln>
        </p:spPr>
      </p:sp>
      <p:sp>
        <p:nvSpPr>
          <p:cNvPr id="123" name="Google Shape;123;p53"/>
          <p:cNvSpPr>
            <a:spLocks noGrp="1"/>
          </p:cNvSpPr>
          <p:nvPr>
            <p:ph type="pic" idx="7"/>
          </p:nvPr>
        </p:nvSpPr>
        <p:spPr>
          <a:xfrm>
            <a:off x="8251219" y="386557"/>
            <a:ext cx="3555334" cy="2362200"/>
          </a:xfrm>
          <a:prstGeom prst="roundRect">
            <a:avLst>
              <a:gd name="adj" fmla="val 4617"/>
            </a:avLst>
          </a:prstGeom>
          <a:solidFill>
            <a:srgbClr val="7F7F7F"/>
          </a:solidFill>
          <a:ln>
            <a:noFill/>
          </a:ln>
        </p:spPr>
      </p:sp>
      <p:sp>
        <p:nvSpPr>
          <p:cNvPr id="124" name="Google Shape;124;p53"/>
          <p:cNvSpPr>
            <a:spLocks noGrp="1"/>
          </p:cNvSpPr>
          <p:nvPr>
            <p:ph type="pic" idx="8"/>
          </p:nvPr>
        </p:nvSpPr>
        <p:spPr>
          <a:xfrm>
            <a:off x="380335" y="386557"/>
            <a:ext cx="3555334" cy="2362200"/>
          </a:xfrm>
          <a:prstGeom prst="roundRect">
            <a:avLst>
              <a:gd name="adj" fmla="val 4617"/>
            </a:avLst>
          </a:prstGeom>
          <a:solidFill>
            <a:srgbClr val="7F7F7F"/>
          </a:solidFill>
          <a:ln>
            <a:noFill/>
          </a:ln>
        </p:spPr>
      </p:sp>
      <p:sp>
        <p:nvSpPr>
          <p:cNvPr id="125" name="Google Shape;125;p53"/>
          <p:cNvSpPr txBox="1">
            <a:spLocks noGrp="1"/>
          </p:cNvSpPr>
          <p:nvPr>
            <p:ph type="body" idx="9"/>
          </p:nvPr>
        </p:nvSpPr>
        <p:spPr>
          <a:xfrm>
            <a:off x="4274223" y="4685703"/>
            <a:ext cx="3614578" cy="9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body" idx="13"/>
          </p:nvPr>
        </p:nvSpPr>
        <p:spPr>
          <a:xfrm>
            <a:off x="8208304" y="4685703"/>
            <a:ext cx="3614578" cy="9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51886819-2546-8AC0-C19E-1E3F0B0D56D2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108;p51">
            <a:extLst>
              <a:ext uri="{FF2B5EF4-FFF2-40B4-BE49-F238E27FC236}">
                <a16:creationId xmlns:a16="http://schemas.microsoft.com/office/drawing/2014/main" id="{4A773647-0B24-9B0C-8AB8-4D074D620743}"/>
              </a:ext>
            </a:extLst>
          </p:cNvPr>
          <p:cNvCxnSpPr>
            <a:cxnSpLocks/>
          </p:cNvCxnSpPr>
          <p:nvPr userDrawn="1"/>
        </p:nvCxnSpPr>
        <p:spPr>
          <a:xfrm>
            <a:off x="4115862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109;p51">
            <a:extLst>
              <a:ext uri="{FF2B5EF4-FFF2-40B4-BE49-F238E27FC236}">
                <a16:creationId xmlns:a16="http://schemas.microsoft.com/office/drawing/2014/main" id="{8194E579-05A8-DE85-447E-3FA91592CA0A}"/>
              </a:ext>
            </a:extLst>
          </p:cNvPr>
          <p:cNvCxnSpPr>
            <a:cxnSpLocks/>
          </p:cNvCxnSpPr>
          <p:nvPr userDrawn="1"/>
        </p:nvCxnSpPr>
        <p:spPr>
          <a:xfrm>
            <a:off x="8071431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30;p32">
            <a:extLst>
              <a:ext uri="{FF2B5EF4-FFF2-40B4-BE49-F238E27FC236}">
                <a16:creationId xmlns:a16="http://schemas.microsoft.com/office/drawing/2014/main" id="{4878DE6A-7AA6-8A25-1037-3AA6B8F5716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chemeClr val="tx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" name="Google Shape;94;p49">
            <a:extLst>
              <a:ext uri="{FF2B5EF4-FFF2-40B4-BE49-F238E27FC236}">
                <a16:creationId xmlns:a16="http://schemas.microsoft.com/office/drawing/2014/main" id="{923C07FE-F6F9-872E-3CEB-F83F1F9AF1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bg2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31;p32">
            <a:extLst>
              <a:ext uri="{FF2B5EF4-FFF2-40B4-BE49-F238E27FC236}">
                <a16:creationId xmlns:a16="http://schemas.microsoft.com/office/drawing/2014/main" id="{73A32722-46FB-E568-6C7A-00CD76410E47}"/>
              </a:ext>
            </a:extLst>
          </p:cNvPr>
          <p:cNvSpPr txBox="1">
            <a:spLocks/>
          </p:cNvSpPr>
          <p:nvPr userDrawn="1"/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z="1000" smtClean="0"/>
              <a:pPr/>
              <a:t>‹#›</a:t>
            </a:fld>
            <a:endParaRPr lang="es-ES" sz="1000" dirty="0"/>
          </a:p>
        </p:txBody>
      </p:sp>
      <p:pic>
        <p:nvPicPr>
          <p:cNvPr id="7" name="Google Shape;30;p32">
            <a:extLst>
              <a:ext uri="{FF2B5EF4-FFF2-40B4-BE49-F238E27FC236}">
                <a16:creationId xmlns:a16="http://schemas.microsoft.com/office/drawing/2014/main" id="{FC184898-716B-5755-98EF-A74E43D45D01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66;p71">
            <a:extLst>
              <a:ext uri="{FF2B5EF4-FFF2-40B4-BE49-F238E27FC236}">
                <a16:creationId xmlns:a16="http://schemas.microsoft.com/office/drawing/2014/main" id="{18DED5B4-19D3-1F7A-E777-EF81AA3E1D6E}"/>
              </a:ext>
            </a:extLst>
          </p:cNvPr>
          <p:cNvCxnSpPr/>
          <p:nvPr userDrawn="1"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167;p59">
            <a:extLst>
              <a:ext uri="{FF2B5EF4-FFF2-40B4-BE49-F238E27FC236}">
                <a16:creationId xmlns:a16="http://schemas.microsoft.com/office/drawing/2014/main" id="{2029509E-65FC-784F-BB18-6CA5A1F4063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21090" y="1576742"/>
            <a:ext cx="5594189" cy="398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40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r>
              <a:rPr lang="en-US" dirty="0"/>
              <a:t>Lorem ipsum dolor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705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rgbClr val="DB4D2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4" name="Google Shape;94;p49"/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5" name="Google Shape;95;p49"/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C53043A3-2ECF-6253-7DFB-BE46A9EE651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pic>
        <p:nvPicPr>
          <p:cNvPr id="4" name="Google Shape;30;p32">
            <a:extLst>
              <a:ext uri="{FF2B5EF4-FFF2-40B4-BE49-F238E27FC236}">
                <a16:creationId xmlns:a16="http://schemas.microsoft.com/office/drawing/2014/main" id="{23552005-B6AD-0855-C043-F2B3248002D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6102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chemeClr val="accen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4" name="Google Shape;94;p49"/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5" name="Google Shape;95;p49"/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C53043A3-2ECF-6253-7DFB-BE46A9EE651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pic>
        <p:nvPicPr>
          <p:cNvPr id="4" name="Google Shape;30;p32">
            <a:extLst>
              <a:ext uri="{FF2B5EF4-FFF2-40B4-BE49-F238E27FC236}">
                <a16:creationId xmlns:a16="http://schemas.microsoft.com/office/drawing/2014/main" id="{23552005-B6AD-0855-C043-F2B3248002D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8668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rgbClr val="A8364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4" name="Google Shape;94;p49"/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5" name="Google Shape;95;p49"/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C53043A3-2ECF-6253-7DFB-BE46A9EE651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pic>
        <p:nvPicPr>
          <p:cNvPr id="4" name="Google Shape;30;p32">
            <a:extLst>
              <a:ext uri="{FF2B5EF4-FFF2-40B4-BE49-F238E27FC236}">
                <a16:creationId xmlns:a16="http://schemas.microsoft.com/office/drawing/2014/main" id="{23552005-B6AD-0855-C043-F2B3248002D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133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rgbClr val="C4B5F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" name="Google Shape;94;p49">
            <a:extLst>
              <a:ext uri="{FF2B5EF4-FFF2-40B4-BE49-F238E27FC236}">
                <a16:creationId xmlns:a16="http://schemas.microsoft.com/office/drawing/2014/main" id="{923C07FE-F6F9-872E-3CEB-F83F1F9AF1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" name="Google Shape;95;p49">
            <a:extLst>
              <a:ext uri="{FF2B5EF4-FFF2-40B4-BE49-F238E27FC236}">
                <a16:creationId xmlns:a16="http://schemas.microsoft.com/office/drawing/2014/main" id="{6000D911-5A90-BE8E-E48B-0B642273474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" name="Google Shape;101;p51">
            <a:extLst>
              <a:ext uri="{FF2B5EF4-FFF2-40B4-BE49-F238E27FC236}">
                <a16:creationId xmlns:a16="http://schemas.microsoft.com/office/drawing/2014/main" id="{8CEF5EB6-69D2-6E23-38CC-3E135CA02BD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Google Shape;30;p32">
            <a:extLst>
              <a:ext uri="{FF2B5EF4-FFF2-40B4-BE49-F238E27FC236}">
                <a16:creationId xmlns:a16="http://schemas.microsoft.com/office/drawing/2014/main" id="{14A09BE4-6736-57A8-4024-86C10A20A6D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3492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rgbClr val="D9F06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" name="Google Shape;94;p49">
            <a:extLst>
              <a:ext uri="{FF2B5EF4-FFF2-40B4-BE49-F238E27FC236}">
                <a16:creationId xmlns:a16="http://schemas.microsoft.com/office/drawing/2014/main" id="{923C07FE-F6F9-872E-3CEB-F83F1F9AF1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" name="Google Shape;95;p49">
            <a:extLst>
              <a:ext uri="{FF2B5EF4-FFF2-40B4-BE49-F238E27FC236}">
                <a16:creationId xmlns:a16="http://schemas.microsoft.com/office/drawing/2014/main" id="{6000D911-5A90-BE8E-E48B-0B642273474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6" name="Google Shape;101;p51">
            <a:extLst>
              <a:ext uri="{FF2B5EF4-FFF2-40B4-BE49-F238E27FC236}">
                <a16:creationId xmlns:a16="http://schemas.microsoft.com/office/drawing/2014/main" id="{8CEF5EB6-69D2-6E23-38CC-3E135CA02BD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Google Shape;30;p32">
            <a:extLst>
              <a:ext uri="{FF2B5EF4-FFF2-40B4-BE49-F238E27FC236}">
                <a16:creationId xmlns:a16="http://schemas.microsoft.com/office/drawing/2014/main" id="{14A09BE4-6736-57A8-4024-86C10A20A6D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33376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+Image02" preserve="1" userDrawn="1">
  <p:cSld name="1_Text+Image02">
    <p:bg>
      <p:bgPr>
        <a:solidFill>
          <a:srgbClr val="3D8C63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6" name="Google Shape;96;p49"/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60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" name="Google Shape;94;p49">
            <a:extLst>
              <a:ext uri="{FF2B5EF4-FFF2-40B4-BE49-F238E27FC236}">
                <a16:creationId xmlns:a16="http://schemas.microsoft.com/office/drawing/2014/main" id="{1790B190-C55E-CF32-A595-D4FAE83E824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7708" y="216385"/>
            <a:ext cx="559418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95;p49">
            <a:extLst>
              <a:ext uri="{FF2B5EF4-FFF2-40B4-BE49-F238E27FC236}">
                <a16:creationId xmlns:a16="http://schemas.microsoft.com/office/drawing/2014/main" id="{9D1770E1-330D-AF36-1FD7-8B70754E730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21090" y="2377442"/>
            <a:ext cx="5595114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8" name="Google Shape;101;p51">
            <a:extLst>
              <a:ext uri="{FF2B5EF4-FFF2-40B4-BE49-F238E27FC236}">
                <a16:creationId xmlns:a16="http://schemas.microsoft.com/office/drawing/2014/main" id="{901225CA-C092-39CC-D94A-CF6C36F48047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" name="Google Shape;30;p32">
            <a:extLst>
              <a:ext uri="{FF2B5EF4-FFF2-40B4-BE49-F238E27FC236}">
                <a16:creationId xmlns:a16="http://schemas.microsoft.com/office/drawing/2014/main" id="{65251F0D-AD97-030E-45E8-1E5BD79979E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99210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+ Image" userDrawn="1">
  <p:cSld name="2 Columns + Image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2" name="Google Shape;132;p55"/>
          <p:cNvSpPr txBox="1">
            <a:spLocks noGrp="1"/>
          </p:cNvSpPr>
          <p:nvPr>
            <p:ph type="body" idx="2"/>
          </p:nvPr>
        </p:nvSpPr>
        <p:spPr>
          <a:xfrm>
            <a:off x="331451" y="4013280"/>
            <a:ext cx="5594189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3" name="Google Shape;133;p55"/>
          <p:cNvSpPr txBox="1">
            <a:spLocks noGrp="1"/>
          </p:cNvSpPr>
          <p:nvPr>
            <p:ph type="body" idx="3"/>
          </p:nvPr>
        </p:nvSpPr>
        <p:spPr>
          <a:xfrm>
            <a:off x="340887" y="4348411"/>
            <a:ext cx="5575317" cy="130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55"/>
          <p:cNvSpPr>
            <a:spLocks noGrp="1"/>
          </p:cNvSpPr>
          <p:nvPr>
            <p:ph type="pic" idx="4"/>
          </p:nvPr>
        </p:nvSpPr>
        <p:spPr>
          <a:xfrm>
            <a:off x="-6230" y="-38982"/>
            <a:ext cx="6102627" cy="3760227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35" name="Google Shape;135;p55"/>
          <p:cNvSpPr txBox="1">
            <a:spLocks noGrp="1"/>
          </p:cNvSpPr>
          <p:nvPr>
            <p:ph type="body" idx="5"/>
          </p:nvPr>
        </p:nvSpPr>
        <p:spPr>
          <a:xfrm>
            <a:off x="6245115" y="4348411"/>
            <a:ext cx="5575317" cy="130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55"/>
          <p:cNvSpPr txBox="1">
            <a:spLocks noGrp="1"/>
          </p:cNvSpPr>
          <p:nvPr>
            <p:ph type="body" idx="6"/>
          </p:nvPr>
        </p:nvSpPr>
        <p:spPr>
          <a:xfrm>
            <a:off x="6245618" y="4013280"/>
            <a:ext cx="5594189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55"/>
          <p:cNvSpPr>
            <a:spLocks noGrp="1"/>
          </p:cNvSpPr>
          <p:nvPr>
            <p:ph type="pic" idx="7"/>
          </p:nvPr>
        </p:nvSpPr>
        <p:spPr>
          <a:xfrm>
            <a:off x="6102627" y="-38982"/>
            <a:ext cx="6082350" cy="3760227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cxnSp>
        <p:nvCxnSpPr>
          <p:cNvPr id="138" name="Google Shape;138;p55"/>
          <p:cNvCxnSpPr>
            <a:cxnSpLocks/>
          </p:cNvCxnSpPr>
          <p:nvPr/>
        </p:nvCxnSpPr>
        <p:spPr>
          <a:xfrm>
            <a:off x="6096000" y="-38981"/>
            <a:ext cx="0" cy="59698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" name="Google Shape;139;p55"/>
          <p:cNvCxnSpPr/>
          <p:nvPr/>
        </p:nvCxnSpPr>
        <p:spPr>
          <a:xfrm>
            <a:off x="397" y="3722896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101;p51">
            <a:extLst>
              <a:ext uri="{FF2B5EF4-FFF2-40B4-BE49-F238E27FC236}">
                <a16:creationId xmlns:a16="http://schemas.microsoft.com/office/drawing/2014/main" id="{384DEC3C-3D07-F7DC-C556-7ED44234AE5A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AD32BD67-B0AD-8294-DF15-ACCD2AF2DCA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x2 Grid" userDrawn="1">
  <p:cSld name="2x2 Grid"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7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45" name="Google Shape;145;p57"/>
          <p:cNvSpPr txBox="1">
            <a:spLocks noGrp="1"/>
          </p:cNvSpPr>
          <p:nvPr>
            <p:ph type="body" idx="2"/>
          </p:nvPr>
        </p:nvSpPr>
        <p:spPr>
          <a:xfrm>
            <a:off x="204443" y="204332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57"/>
          <p:cNvSpPr txBox="1">
            <a:spLocks noGrp="1"/>
          </p:cNvSpPr>
          <p:nvPr>
            <p:ph type="body" idx="3"/>
          </p:nvPr>
        </p:nvSpPr>
        <p:spPr>
          <a:xfrm>
            <a:off x="204443" y="3186952"/>
            <a:ext cx="360421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7" name="Google Shape;147;p57"/>
          <p:cNvSpPr txBox="1">
            <a:spLocks noGrp="1"/>
          </p:cNvSpPr>
          <p:nvPr>
            <p:ph type="body" idx="4"/>
          </p:nvPr>
        </p:nvSpPr>
        <p:spPr>
          <a:xfrm>
            <a:off x="360552" y="1243979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8" name="Google Shape;148;p57"/>
          <p:cNvSpPr txBox="1">
            <a:spLocks noGrp="1"/>
          </p:cNvSpPr>
          <p:nvPr>
            <p:ph type="body" idx="5"/>
          </p:nvPr>
        </p:nvSpPr>
        <p:spPr>
          <a:xfrm>
            <a:off x="6096397" y="214306"/>
            <a:ext cx="3595141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49" name="Google Shape;149;p57"/>
          <p:cNvCxnSpPr>
            <a:cxnSpLocks/>
          </p:cNvCxnSpPr>
          <p:nvPr/>
        </p:nvCxnSpPr>
        <p:spPr>
          <a:xfrm>
            <a:off x="6096000" y="-17695"/>
            <a:ext cx="0" cy="5948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57"/>
          <p:cNvCxnSpPr/>
          <p:nvPr/>
        </p:nvCxnSpPr>
        <p:spPr>
          <a:xfrm>
            <a:off x="397" y="2967246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57"/>
          <p:cNvSpPr txBox="1">
            <a:spLocks noGrp="1"/>
          </p:cNvSpPr>
          <p:nvPr>
            <p:ph type="body" idx="6"/>
          </p:nvPr>
        </p:nvSpPr>
        <p:spPr>
          <a:xfrm>
            <a:off x="6241035" y="1243979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52" name="Google Shape;152;p57"/>
          <p:cNvSpPr txBox="1">
            <a:spLocks noGrp="1"/>
          </p:cNvSpPr>
          <p:nvPr>
            <p:ph type="body" idx="7"/>
          </p:nvPr>
        </p:nvSpPr>
        <p:spPr>
          <a:xfrm>
            <a:off x="360552" y="4216625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53" name="Google Shape;153;p57"/>
          <p:cNvSpPr txBox="1">
            <a:spLocks noGrp="1"/>
          </p:cNvSpPr>
          <p:nvPr>
            <p:ph type="body" idx="8"/>
          </p:nvPr>
        </p:nvSpPr>
        <p:spPr>
          <a:xfrm>
            <a:off x="6096397" y="3186952"/>
            <a:ext cx="3595141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54" name="Google Shape;154;p57"/>
          <p:cNvSpPr txBox="1">
            <a:spLocks noGrp="1"/>
          </p:cNvSpPr>
          <p:nvPr>
            <p:ph type="body" idx="9"/>
          </p:nvPr>
        </p:nvSpPr>
        <p:spPr>
          <a:xfrm>
            <a:off x="6241035" y="4216625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4" name="Google Shape;101;p51">
            <a:extLst>
              <a:ext uri="{FF2B5EF4-FFF2-40B4-BE49-F238E27FC236}">
                <a16:creationId xmlns:a16="http://schemas.microsoft.com/office/drawing/2014/main" id="{90602CFA-5669-EFDA-ADE3-E73D2D3FF348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C9CD5FC5-1E26-7443-024C-CA0B88F3E44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x2 Grid Numbered" userDrawn="1">
  <p:cSld name="1_2x2 Grid Numbered"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62" name="Google Shape;162;p59"/>
          <p:cNvSpPr txBox="1">
            <a:spLocks noGrp="1"/>
          </p:cNvSpPr>
          <p:nvPr>
            <p:ph type="body" idx="4"/>
          </p:nvPr>
        </p:nvSpPr>
        <p:spPr>
          <a:xfrm>
            <a:off x="360552" y="1243979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3" name="Google Shape;163;p59"/>
          <p:cNvSpPr txBox="1">
            <a:spLocks noGrp="1"/>
          </p:cNvSpPr>
          <p:nvPr>
            <p:ph type="body" idx="5"/>
          </p:nvPr>
        </p:nvSpPr>
        <p:spPr>
          <a:xfrm>
            <a:off x="6106313" y="211046"/>
            <a:ext cx="3595141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5" name="Google Shape;165;p59"/>
          <p:cNvCxnSpPr/>
          <p:nvPr/>
        </p:nvCxnSpPr>
        <p:spPr>
          <a:xfrm>
            <a:off x="397" y="2967246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" name="Google Shape;166;p59"/>
          <p:cNvSpPr txBox="1">
            <a:spLocks noGrp="1"/>
          </p:cNvSpPr>
          <p:nvPr>
            <p:ph type="body" idx="6"/>
          </p:nvPr>
        </p:nvSpPr>
        <p:spPr>
          <a:xfrm>
            <a:off x="6241035" y="1243979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7" name="Google Shape;167;p59"/>
          <p:cNvSpPr txBox="1">
            <a:spLocks noGrp="1"/>
          </p:cNvSpPr>
          <p:nvPr>
            <p:ph type="body" idx="7"/>
          </p:nvPr>
        </p:nvSpPr>
        <p:spPr>
          <a:xfrm>
            <a:off x="360552" y="4216625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8" name="Google Shape;168;p59"/>
          <p:cNvSpPr txBox="1">
            <a:spLocks noGrp="1"/>
          </p:cNvSpPr>
          <p:nvPr>
            <p:ph type="body" idx="8"/>
          </p:nvPr>
        </p:nvSpPr>
        <p:spPr>
          <a:xfrm>
            <a:off x="6106313" y="3288552"/>
            <a:ext cx="3595141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59"/>
          <p:cNvSpPr txBox="1">
            <a:spLocks noGrp="1"/>
          </p:cNvSpPr>
          <p:nvPr>
            <p:ph type="body" idx="9"/>
          </p:nvPr>
        </p:nvSpPr>
        <p:spPr>
          <a:xfrm>
            <a:off x="6241035" y="4216625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0" name="Google Shape;170;p59"/>
          <p:cNvSpPr txBox="1">
            <a:spLocks noGrp="1"/>
          </p:cNvSpPr>
          <p:nvPr>
            <p:ph type="body" idx="13"/>
          </p:nvPr>
        </p:nvSpPr>
        <p:spPr>
          <a:xfrm>
            <a:off x="4363791" y="315906"/>
            <a:ext cx="1620149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59"/>
          <p:cNvSpPr txBox="1">
            <a:spLocks noGrp="1"/>
          </p:cNvSpPr>
          <p:nvPr>
            <p:ph type="body" idx="14"/>
          </p:nvPr>
        </p:nvSpPr>
        <p:spPr>
          <a:xfrm>
            <a:off x="4363791" y="3287706"/>
            <a:ext cx="1620149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59"/>
          <p:cNvSpPr txBox="1">
            <a:spLocks noGrp="1"/>
          </p:cNvSpPr>
          <p:nvPr>
            <p:ph type="body" idx="15"/>
          </p:nvPr>
        </p:nvSpPr>
        <p:spPr>
          <a:xfrm>
            <a:off x="10275118" y="315906"/>
            <a:ext cx="1620149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3" name="Google Shape;173;p59"/>
          <p:cNvCxnSpPr/>
          <p:nvPr/>
        </p:nvCxnSpPr>
        <p:spPr>
          <a:xfrm>
            <a:off x="397" y="1036846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" name="Google Shape;174;p59"/>
          <p:cNvSpPr txBox="1">
            <a:spLocks noGrp="1"/>
          </p:cNvSpPr>
          <p:nvPr>
            <p:ph type="body" idx="16"/>
          </p:nvPr>
        </p:nvSpPr>
        <p:spPr>
          <a:xfrm>
            <a:off x="10275118" y="3287706"/>
            <a:ext cx="1620149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5" name="Google Shape;175;p59"/>
          <p:cNvCxnSpPr/>
          <p:nvPr/>
        </p:nvCxnSpPr>
        <p:spPr>
          <a:xfrm>
            <a:off x="397" y="400018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" name="Google Shape;149;p57">
            <a:extLst>
              <a:ext uri="{FF2B5EF4-FFF2-40B4-BE49-F238E27FC236}">
                <a16:creationId xmlns:a16="http://schemas.microsoft.com/office/drawing/2014/main" id="{D9CC06A7-6C43-5B9B-4595-06D91144F8C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17695"/>
            <a:ext cx="0" cy="5948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FC7D7336-1042-BAB9-D0A9-1F369AB4C144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Google Shape;30;p32">
            <a:extLst>
              <a:ext uri="{FF2B5EF4-FFF2-40B4-BE49-F238E27FC236}">
                <a16:creationId xmlns:a16="http://schemas.microsoft.com/office/drawing/2014/main" id="{75B30D24-B6EA-9ADE-21E3-EABC9E87403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5;p57">
            <a:extLst>
              <a:ext uri="{FF2B5EF4-FFF2-40B4-BE49-F238E27FC236}">
                <a16:creationId xmlns:a16="http://schemas.microsoft.com/office/drawing/2014/main" id="{F6DF8ECA-A82F-7CE9-34EE-42A01312004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3" y="204332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45;p57">
            <a:extLst>
              <a:ext uri="{FF2B5EF4-FFF2-40B4-BE49-F238E27FC236}">
                <a16:creationId xmlns:a16="http://schemas.microsoft.com/office/drawing/2014/main" id="{818C1DD5-FBFD-B49A-EA51-98817A88F11B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204443" y="3287705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mage Cards" userDrawn="1">
  <p:cSld name="3 Columns Image Cards"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1"/>
          <p:cNvSpPr/>
          <p:nvPr/>
        </p:nvSpPr>
        <p:spPr>
          <a:xfrm>
            <a:off x="370705" y="3378197"/>
            <a:ext cx="3564963" cy="2193135"/>
          </a:xfrm>
          <a:prstGeom prst="round2SameRect">
            <a:avLst>
              <a:gd name="adj1" fmla="val 0"/>
              <a:gd name="adj2" fmla="val 521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83" name="Google Shape;183;p61"/>
          <p:cNvSpPr txBox="1">
            <a:spLocks noGrp="1"/>
          </p:cNvSpPr>
          <p:nvPr>
            <p:ph type="body" idx="3"/>
          </p:nvPr>
        </p:nvSpPr>
        <p:spPr>
          <a:xfrm>
            <a:off x="526794" y="3532209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87" name="Google Shape;187;p61"/>
          <p:cNvSpPr>
            <a:spLocks noGrp="1"/>
          </p:cNvSpPr>
          <p:nvPr>
            <p:ph type="pic" idx="5"/>
          </p:nvPr>
        </p:nvSpPr>
        <p:spPr>
          <a:xfrm>
            <a:off x="380334" y="1041972"/>
            <a:ext cx="3555334" cy="2336225"/>
          </a:xfrm>
          <a:prstGeom prst="round2SameRect">
            <a:avLst>
              <a:gd name="adj1" fmla="val 4651"/>
              <a:gd name="adj2" fmla="val 0"/>
            </a:avLst>
          </a:prstGeom>
          <a:solidFill>
            <a:srgbClr val="7F7F7F"/>
          </a:solidFill>
          <a:ln>
            <a:noFill/>
          </a:ln>
        </p:spPr>
      </p:sp>
      <p:sp>
        <p:nvSpPr>
          <p:cNvPr id="188" name="Google Shape;188;p61"/>
          <p:cNvSpPr>
            <a:spLocks noGrp="1"/>
          </p:cNvSpPr>
          <p:nvPr>
            <p:ph type="pic" idx="6"/>
          </p:nvPr>
        </p:nvSpPr>
        <p:spPr>
          <a:xfrm>
            <a:off x="4306457" y="1041972"/>
            <a:ext cx="3561388" cy="2336225"/>
          </a:xfrm>
          <a:prstGeom prst="round2SameRect">
            <a:avLst>
              <a:gd name="adj1" fmla="val 4651"/>
              <a:gd name="adj2" fmla="val 0"/>
            </a:avLst>
          </a:prstGeom>
          <a:solidFill>
            <a:srgbClr val="7F7F7F"/>
          </a:solidFill>
          <a:ln>
            <a:noFill/>
          </a:ln>
        </p:spPr>
      </p:sp>
      <p:sp>
        <p:nvSpPr>
          <p:cNvPr id="189" name="Google Shape;189;p61"/>
          <p:cNvSpPr>
            <a:spLocks noGrp="1"/>
          </p:cNvSpPr>
          <p:nvPr>
            <p:ph type="pic" idx="7"/>
          </p:nvPr>
        </p:nvSpPr>
        <p:spPr>
          <a:xfrm>
            <a:off x="8253874" y="1041972"/>
            <a:ext cx="3561388" cy="2336225"/>
          </a:xfrm>
          <a:prstGeom prst="round2SameRect">
            <a:avLst>
              <a:gd name="adj1" fmla="val 4651"/>
              <a:gd name="adj2" fmla="val 0"/>
            </a:avLst>
          </a:prstGeom>
          <a:solidFill>
            <a:srgbClr val="7F7F7F"/>
          </a:solidFill>
          <a:ln>
            <a:noFill/>
          </a:ln>
        </p:spPr>
      </p:sp>
      <p:sp>
        <p:nvSpPr>
          <p:cNvPr id="190" name="Google Shape;190;p61"/>
          <p:cNvSpPr txBox="1">
            <a:spLocks noGrp="1"/>
          </p:cNvSpPr>
          <p:nvPr>
            <p:ph type="body" idx="8"/>
          </p:nvPr>
        </p:nvSpPr>
        <p:spPr>
          <a:xfrm>
            <a:off x="532567" y="4226167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61"/>
          <p:cNvSpPr txBox="1">
            <a:spLocks noGrp="1"/>
          </p:cNvSpPr>
          <p:nvPr>
            <p:ph type="body" idx="9"/>
          </p:nvPr>
        </p:nvSpPr>
        <p:spPr>
          <a:xfrm>
            <a:off x="522645" y="4691554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61"/>
          <p:cNvSpPr txBox="1">
            <a:spLocks noGrp="1"/>
          </p:cNvSpPr>
          <p:nvPr>
            <p:ph type="body" idx="13"/>
          </p:nvPr>
        </p:nvSpPr>
        <p:spPr>
          <a:xfrm>
            <a:off x="532567" y="5156941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61"/>
          <p:cNvSpPr/>
          <p:nvPr/>
        </p:nvSpPr>
        <p:spPr>
          <a:xfrm>
            <a:off x="4304669" y="3395669"/>
            <a:ext cx="3564963" cy="2193135"/>
          </a:xfrm>
          <a:prstGeom prst="round2SameRect">
            <a:avLst>
              <a:gd name="adj1" fmla="val 0"/>
              <a:gd name="adj2" fmla="val 521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1"/>
          <p:cNvSpPr/>
          <p:nvPr/>
        </p:nvSpPr>
        <p:spPr>
          <a:xfrm>
            <a:off x="8249605" y="3395669"/>
            <a:ext cx="3575595" cy="2193135"/>
          </a:xfrm>
          <a:prstGeom prst="round2SameRect">
            <a:avLst>
              <a:gd name="adj1" fmla="val 0"/>
              <a:gd name="adj2" fmla="val 521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1"/>
          <p:cNvSpPr txBox="1">
            <a:spLocks noGrp="1"/>
          </p:cNvSpPr>
          <p:nvPr>
            <p:ph type="body" idx="14"/>
          </p:nvPr>
        </p:nvSpPr>
        <p:spPr>
          <a:xfrm>
            <a:off x="4471730" y="3532209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>
            <a:spLocks noGrp="1"/>
          </p:cNvSpPr>
          <p:nvPr>
            <p:ph type="body" idx="15"/>
          </p:nvPr>
        </p:nvSpPr>
        <p:spPr>
          <a:xfrm>
            <a:off x="4477503" y="4226167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61"/>
          <p:cNvSpPr txBox="1">
            <a:spLocks noGrp="1"/>
          </p:cNvSpPr>
          <p:nvPr>
            <p:ph type="body" idx="16"/>
          </p:nvPr>
        </p:nvSpPr>
        <p:spPr>
          <a:xfrm>
            <a:off x="4467581" y="4691554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61"/>
          <p:cNvSpPr txBox="1">
            <a:spLocks noGrp="1"/>
          </p:cNvSpPr>
          <p:nvPr>
            <p:ph type="body" idx="17"/>
          </p:nvPr>
        </p:nvSpPr>
        <p:spPr>
          <a:xfrm>
            <a:off x="4477503" y="5156941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61"/>
          <p:cNvSpPr txBox="1">
            <a:spLocks noGrp="1"/>
          </p:cNvSpPr>
          <p:nvPr>
            <p:ph type="body" idx="18"/>
          </p:nvPr>
        </p:nvSpPr>
        <p:spPr>
          <a:xfrm>
            <a:off x="8416666" y="3532209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1"/>
          <p:cNvSpPr txBox="1">
            <a:spLocks noGrp="1"/>
          </p:cNvSpPr>
          <p:nvPr>
            <p:ph type="body" idx="19"/>
          </p:nvPr>
        </p:nvSpPr>
        <p:spPr>
          <a:xfrm>
            <a:off x="8422439" y="4226167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61"/>
          <p:cNvSpPr txBox="1">
            <a:spLocks noGrp="1"/>
          </p:cNvSpPr>
          <p:nvPr>
            <p:ph type="body" idx="20"/>
          </p:nvPr>
        </p:nvSpPr>
        <p:spPr>
          <a:xfrm>
            <a:off x="8412517" y="4691554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61"/>
          <p:cNvSpPr txBox="1">
            <a:spLocks noGrp="1"/>
          </p:cNvSpPr>
          <p:nvPr>
            <p:ph type="body" idx="21"/>
          </p:nvPr>
        </p:nvSpPr>
        <p:spPr>
          <a:xfrm>
            <a:off x="8422439" y="5156941"/>
            <a:ext cx="340887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981D6B1B-2E4E-B97F-7FBE-0997519C16F0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30;p32">
            <a:extLst>
              <a:ext uri="{FF2B5EF4-FFF2-40B4-BE49-F238E27FC236}">
                <a16:creationId xmlns:a16="http://schemas.microsoft.com/office/drawing/2014/main" id="{C5670626-C51A-531E-E57C-BDFCC8D44D65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0;p63">
            <a:extLst>
              <a:ext uri="{FF2B5EF4-FFF2-40B4-BE49-F238E27FC236}">
                <a16:creationId xmlns:a16="http://schemas.microsoft.com/office/drawing/2014/main" id="{070DC907-DB2C-A62C-99B7-F53DB5AC84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272931" y="204332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10;p63">
            <a:extLst>
              <a:ext uri="{FF2B5EF4-FFF2-40B4-BE49-F238E27FC236}">
                <a16:creationId xmlns:a16="http://schemas.microsoft.com/office/drawing/2014/main" id="{DF2C6148-AB61-6264-12E8-086EBDFECB0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8195959" y="204332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45;p57">
            <a:extLst>
              <a:ext uri="{FF2B5EF4-FFF2-40B4-BE49-F238E27FC236}">
                <a16:creationId xmlns:a16="http://schemas.microsoft.com/office/drawing/2014/main" id="{4A6143A9-3B65-8D74-72E2-919372ABB94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3" y="204331"/>
            <a:ext cx="3604217" cy="57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userDrawn="1">
  <p:cSld name="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09" name="Google Shape;209;p63"/>
          <p:cNvSpPr txBox="1">
            <a:spLocks noGrp="1"/>
          </p:cNvSpPr>
          <p:nvPr>
            <p:ph type="body" idx="3"/>
          </p:nvPr>
        </p:nvSpPr>
        <p:spPr>
          <a:xfrm>
            <a:off x="517353" y="5166454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0" name="Google Shape;210;p63"/>
          <p:cNvSpPr txBox="1">
            <a:spLocks noGrp="1"/>
          </p:cNvSpPr>
          <p:nvPr>
            <p:ph type="body" idx="4"/>
          </p:nvPr>
        </p:nvSpPr>
        <p:spPr>
          <a:xfrm>
            <a:off x="4272931" y="204332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3" name="Google Shape;213;p63"/>
          <p:cNvSpPr txBox="1">
            <a:spLocks noGrp="1"/>
          </p:cNvSpPr>
          <p:nvPr>
            <p:ph type="body" idx="5"/>
          </p:nvPr>
        </p:nvSpPr>
        <p:spPr>
          <a:xfrm>
            <a:off x="517354" y="420235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63"/>
          <p:cNvSpPr txBox="1">
            <a:spLocks noGrp="1"/>
          </p:cNvSpPr>
          <p:nvPr>
            <p:ph type="body" idx="6"/>
          </p:nvPr>
        </p:nvSpPr>
        <p:spPr>
          <a:xfrm>
            <a:off x="380335" y="3524537"/>
            <a:ext cx="357182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63"/>
          <p:cNvSpPr txBox="1">
            <a:spLocks noGrp="1"/>
          </p:cNvSpPr>
          <p:nvPr>
            <p:ph type="body" idx="8"/>
          </p:nvPr>
        </p:nvSpPr>
        <p:spPr>
          <a:xfrm>
            <a:off x="4451936" y="5166454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7" name="Google Shape;217;p63"/>
          <p:cNvSpPr txBox="1">
            <a:spLocks noGrp="1"/>
          </p:cNvSpPr>
          <p:nvPr>
            <p:ph type="body" idx="9"/>
          </p:nvPr>
        </p:nvSpPr>
        <p:spPr>
          <a:xfrm>
            <a:off x="4451937" y="420235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3"/>
          <p:cNvSpPr txBox="1">
            <a:spLocks noGrp="1"/>
          </p:cNvSpPr>
          <p:nvPr>
            <p:ph type="body" idx="13"/>
          </p:nvPr>
        </p:nvSpPr>
        <p:spPr>
          <a:xfrm>
            <a:off x="4314917" y="3524537"/>
            <a:ext cx="357182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63"/>
          <p:cNvSpPr txBox="1">
            <a:spLocks noGrp="1"/>
          </p:cNvSpPr>
          <p:nvPr>
            <p:ph type="body" idx="15"/>
          </p:nvPr>
        </p:nvSpPr>
        <p:spPr>
          <a:xfrm>
            <a:off x="8386518" y="5166454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21" name="Google Shape;221;p63"/>
          <p:cNvSpPr txBox="1">
            <a:spLocks noGrp="1"/>
          </p:cNvSpPr>
          <p:nvPr>
            <p:ph type="body" idx="16"/>
          </p:nvPr>
        </p:nvSpPr>
        <p:spPr>
          <a:xfrm>
            <a:off x="8386519" y="420235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63"/>
          <p:cNvSpPr txBox="1">
            <a:spLocks noGrp="1"/>
          </p:cNvSpPr>
          <p:nvPr>
            <p:ph type="body" idx="17"/>
          </p:nvPr>
        </p:nvSpPr>
        <p:spPr>
          <a:xfrm>
            <a:off x="8249499" y="3524537"/>
            <a:ext cx="357182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210;p63">
            <a:extLst>
              <a:ext uri="{FF2B5EF4-FFF2-40B4-BE49-F238E27FC236}">
                <a16:creationId xmlns:a16="http://schemas.microsoft.com/office/drawing/2014/main" id="{18389DF8-B132-53CE-F434-7758C02CBFA7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8195959" y="204332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Marcador de contenido 8">
            <a:extLst>
              <a:ext uri="{FF2B5EF4-FFF2-40B4-BE49-F238E27FC236}">
                <a16:creationId xmlns:a16="http://schemas.microsoft.com/office/drawing/2014/main" id="{84B98843-E4E9-6925-2F6B-48277622252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370343" y="1314045"/>
            <a:ext cx="3552888" cy="1972369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8" name="Marcador de contenido 8">
            <a:extLst>
              <a:ext uri="{FF2B5EF4-FFF2-40B4-BE49-F238E27FC236}">
                <a16:creationId xmlns:a16="http://schemas.microsoft.com/office/drawing/2014/main" id="{D3DDAF88-9E48-BD46-3A82-F2834918ACB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296054" y="1304925"/>
            <a:ext cx="3590684" cy="1972369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E9902847-295B-B7F7-AB6C-3037989A8288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238074" y="1304925"/>
            <a:ext cx="3590683" cy="1972369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11" name="Google Shape;145;p57">
            <a:extLst>
              <a:ext uri="{FF2B5EF4-FFF2-40B4-BE49-F238E27FC236}">
                <a16:creationId xmlns:a16="http://schemas.microsoft.com/office/drawing/2014/main" id="{53C19B1D-A678-834F-5864-B0D7BF48868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3" y="204332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130131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Marcador de contenido 8">
            <a:extLst>
              <a:ext uri="{FF2B5EF4-FFF2-40B4-BE49-F238E27FC236}">
                <a16:creationId xmlns:a16="http://schemas.microsoft.com/office/drawing/2014/main" id="{7B051567-DF46-1D44-1846-90DA3FE2CE2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10206964" y="4145181"/>
            <a:ext cx="1610306" cy="1551672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s-ES" dirty="0"/>
          </a:p>
        </p:txBody>
      </p:sp>
      <p:sp>
        <p:nvSpPr>
          <p:cNvPr id="26" name="Marcador de contenido 8">
            <a:extLst>
              <a:ext uri="{FF2B5EF4-FFF2-40B4-BE49-F238E27FC236}">
                <a16:creationId xmlns:a16="http://schemas.microsoft.com/office/drawing/2014/main" id="{A828C023-91C6-016D-7C75-2C78A08BE5F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275796" y="4147876"/>
            <a:ext cx="1610306" cy="1551672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s-ES" dirty="0"/>
          </a:p>
        </p:txBody>
      </p:sp>
      <p:sp>
        <p:nvSpPr>
          <p:cNvPr id="27" name="Marcador de contenido 8">
            <a:extLst>
              <a:ext uri="{FF2B5EF4-FFF2-40B4-BE49-F238E27FC236}">
                <a16:creationId xmlns:a16="http://schemas.microsoft.com/office/drawing/2014/main" id="{704E7AA3-402E-CCF1-5C18-71EC35B65D92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337370" y="4164910"/>
            <a:ext cx="1610306" cy="1551672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s-ES" dirty="0"/>
          </a:p>
        </p:txBody>
      </p:sp>
      <p:sp>
        <p:nvSpPr>
          <p:cNvPr id="28" name="Marcador de contenido 8">
            <a:extLst>
              <a:ext uri="{FF2B5EF4-FFF2-40B4-BE49-F238E27FC236}">
                <a16:creationId xmlns:a16="http://schemas.microsoft.com/office/drawing/2014/main" id="{521C575C-5CC8-CD41-B987-AECF25ABCFF9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363085" y="1851944"/>
            <a:ext cx="1610306" cy="1551672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s-ES" dirty="0"/>
          </a:p>
        </p:txBody>
      </p:sp>
      <p:sp>
        <p:nvSpPr>
          <p:cNvPr id="29" name="Marcador de contenido 8">
            <a:extLst>
              <a:ext uri="{FF2B5EF4-FFF2-40B4-BE49-F238E27FC236}">
                <a16:creationId xmlns:a16="http://schemas.microsoft.com/office/drawing/2014/main" id="{13932F1B-4866-E57B-BF08-76BE84BEE839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4296055" y="1851944"/>
            <a:ext cx="1610306" cy="1551672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s-ES" dirty="0"/>
          </a:p>
        </p:txBody>
      </p:sp>
      <p:sp>
        <p:nvSpPr>
          <p:cNvPr id="30" name="Marcador de contenido 8">
            <a:extLst>
              <a:ext uri="{FF2B5EF4-FFF2-40B4-BE49-F238E27FC236}">
                <a16:creationId xmlns:a16="http://schemas.microsoft.com/office/drawing/2014/main" id="{77994280-1A5D-84B2-BC89-AD926DE352F9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238074" y="1851944"/>
            <a:ext cx="1610306" cy="1551672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s-ES" dirty="0"/>
          </a:p>
        </p:txBody>
      </p:sp>
      <p:sp>
        <p:nvSpPr>
          <p:cNvPr id="192" name="Google Shape;273;p71">
            <a:extLst>
              <a:ext uri="{FF2B5EF4-FFF2-40B4-BE49-F238E27FC236}">
                <a16:creationId xmlns:a16="http://schemas.microsoft.com/office/drawing/2014/main" id="{BEB8BBD6-53D8-0042-E8C2-5C1FE0883834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63086" y="4156863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3" name="Google Shape;272;p71">
            <a:extLst>
              <a:ext uri="{FF2B5EF4-FFF2-40B4-BE49-F238E27FC236}">
                <a16:creationId xmlns:a16="http://schemas.microsoft.com/office/drawing/2014/main" id="{F611C60E-30EA-016E-049B-9C2BBDE40672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2325045" y="1403493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Icon Title</a:t>
            </a:r>
          </a:p>
        </p:txBody>
      </p:sp>
      <p:sp>
        <p:nvSpPr>
          <p:cNvPr id="194" name="Google Shape;273;p71">
            <a:extLst>
              <a:ext uri="{FF2B5EF4-FFF2-40B4-BE49-F238E27FC236}">
                <a16:creationId xmlns:a16="http://schemas.microsoft.com/office/drawing/2014/main" id="{5A8412F0-D47E-53C9-D00C-0133AEC3C4FD}"/>
              </a:ext>
            </a:extLst>
          </p:cNvPr>
          <p:cNvSpPr txBox="1">
            <a:spLocks noGrp="1"/>
          </p:cNvSpPr>
          <p:nvPr>
            <p:ph type="body" idx="46" hasCustomPrompt="1"/>
          </p:nvPr>
        </p:nvSpPr>
        <p:spPr>
          <a:xfrm>
            <a:off x="2325045" y="1871037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8" name="Google Shape;273;p71">
            <a:extLst>
              <a:ext uri="{FF2B5EF4-FFF2-40B4-BE49-F238E27FC236}">
                <a16:creationId xmlns:a16="http://schemas.microsoft.com/office/drawing/2014/main" id="{12DE0255-915D-9183-6DE1-EE0EA5E84C29}"/>
              </a:ext>
            </a:extLst>
          </p:cNvPr>
          <p:cNvSpPr txBox="1">
            <a:spLocks noGrp="1"/>
          </p:cNvSpPr>
          <p:nvPr>
            <p:ph type="body" idx="48" hasCustomPrompt="1"/>
          </p:nvPr>
        </p:nvSpPr>
        <p:spPr>
          <a:xfrm>
            <a:off x="4266278" y="4156863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9" name="Google Shape;272;p71">
            <a:extLst>
              <a:ext uri="{FF2B5EF4-FFF2-40B4-BE49-F238E27FC236}">
                <a16:creationId xmlns:a16="http://schemas.microsoft.com/office/drawing/2014/main" id="{08827804-4590-7B87-598B-6301CADE5725}"/>
              </a:ext>
            </a:extLst>
          </p:cNvPr>
          <p:cNvSpPr txBox="1">
            <a:spLocks noGrp="1"/>
          </p:cNvSpPr>
          <p:nvPr>
            <p:ph type="body" idx="49" hasCustomPrompt="1"/>
          </p:nvPr>
        </p:nvSpPr>
        <p:spPr>
          <a:xfrm>
            <a:off x="6285640" y="1400627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Icon Title</a:t>
            </a:r>
          </a:p>
        </p:txBody>
      </p:sp>
      <p:sp>
        <p:nvSpPr>
          <p:cNvPr id="200" name="Google Shape;273;p71">
            <a:extLst>
              <a:ext uri="{FF2B5EF4-FFF2-40B4-BE49-F238E27FC236}">
                <a16:creationId xmlns:a16="http://schemas.microsoft.com/office/drawing/2014/main" id="{0AA73250-099D-9417-9AE7-666D374B5813}"/>
              </a:ext>
            </a:extLst>
          </p:cNvPr>
          <p:cNvSpPr txBox="1">
            <a:spLocks noGrp="1"/>
          </p:cNvSpPr>
          <p:nvPr>
            <p:ph type="body" idx="50" hasCustomPrompt="1"/>
          </p:nvPr>
        </p:nvSpPr>
        <p:spPr>
          <a:xfrm>
            <a:off x="6285640" y="1868171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01" name="Google Shape;272;p71">
            <a:extLst>
              <a:ext uri="{FF2B5EF4-FFF2-40B4-BE49-F238E27FC236}">
                <a16:creationId xmlns:a16="http://schemas.microsoft.com/office/drawing/2014/main" id="{988F5C73-A601-AF58-5181-37AD28C1F25F}"/>
              </a:ext>
            </a:extLst>
          </p:cNvPr>
          <p:cNvSpPr txBox="1">
            <a:spLocks noGrp="1"/>
          </p:cNvSpPr>
          <p:nvPr>
            <p:ph type="body" idx="51" hasCustomPrompt="1"/>
          </p:nvPr>
        </p:nvSpPr>
        <p:spPr>
          <a:xfrm>
            <a:off x="10218608" y="1395514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Icon Title</a:t>
            </a:r>
          </a:p>
        </p:txBody>
      </p:sp>
      <p:sp>
        <p:nvSpPr>
          <p:cNvPr id="202" name="Google Shape;273;p71">
            <a:extLst>
              <a:ext uri="{FF2B5EF4-FFF2-40B4-BE49-F238E27FC236}">
                <a16:creationId xmlns:a16="http://schemas.microsoft.com/office/drawing/2014/main" id="{199EA029-F01B-2244-47E4-D1C3E5E05A1F}"/>
              </a:ext>
            </a:extLst>
          </p:cNvPr>
          <p:cNvSpPr txBox="1">
            <a:spLocks noGrp="1"/>
          </p:cNvSpPr>
          <p:nvPr>
            <p:ph type="body" idx="52" hasCustomPrompt="1"/>
          </p:nvPr>
        </p:nvSpPr>
        <p:spPr>
          <a:xfrm>
            <a:off x="10218609" y="1863059"/>
            <a:ext cx="1610306" cy="127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05" name="Google Shape;273;p71">
            <a:extLst>
              <a:ext uri="{FF2B5EF4-FFF2-40B4-BE49-F238E27FC236}">
                <a16:creationId xmlns:a16="http://schemas.microsoft.com/office/drawing/2014/main" id="{2C3E0A69-5CDB-C651-E7EF-4BA46D2AC9F7}"/>
              </a:ext>
            </a:extLst>
          </p:cNvPr>
          <p:cNvSpPr txBox="1">
            <a:spLocks noGrp="1"/>
          </p:cNvSpPr>
          <p:nvPr>
            <p:ph type="body" idx="54" hasCustomPrompt="1"/>
          </p:nvPr>
        </p:nvSpPr>
        <p:spPr>
          <a:xfrm>
            <a:off x="8230454" y="4131829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31" name="Google Shape;50;p39">
            <a:extLst>
              <a:ext uri="{FF2B5EF4-FFF2-40B4-BE49-F238E27FC236}">
                <a16:creationId xmlns:a16="http://schemas.microsoft.com/office/drawing/2014/main" id="{E2543031-6480-05F0-A1B8-4AE52BFAC755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85676" y="188552"/>
            <a:ext cx="1164323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72;p71">
            <a:extLst>
              <a:ext uri="{FF2B5EF4-FFF2-40B4-BE49-F238E27FC236}">
                <a16:creationId xmlns:a16="http://schemas.microsoft.com/office/drawing/2014/main" id="{5FD99AEB-EB91-6B6D-414D-37E0620227E3}"/>
              </a:ext>
            </a:extLst>
          </p:cNvPr>
          <p:cNvSpPr txBox="1">
            <a:spLocks noGrp="1"/>
          </p:cNvSpPr>
          <p:nvPr>
            <p:ph type="body" idx="55" hasCustomPrompt="1"/>
          </p:nvPr>
        </p:nvSpPr>
        <p:spPr>
          <a:xfrm>
            <a:off x="354730" y="3689493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Icon Title</a:t>
            </a:r>
          </a:p>
        </p:txBody>
      </p:sp>
      <p:sp>
        <p:nvSpPr>
          <p:cNvPr id="5" name="Google Shape;272;p71">
            <a:extLst>
              <a:ext uri="{FF2B5EF4-FFF2-40B4-BE49-F238E27FC236}">
                <a16:creationId xmlns:a16="http://schemas.microsoft.com/office/drawing/2014/main" id="{0647EAA3-3EF8-8857-6487-82A5B8E88057}"/>
              </a:ext>
            </a:extLst>
          </p:cNvPr>
          <p:cNvSpPr txBox="1">
            <a:spLocks noGrp="1"/>
          </p:cNvSpPr>
          <p:nvPr>
            <p:ph type="body" idx="56" hasCustomPrompt="1"/>
          </p:nvPr>
        </p:nvSpPr>
        <p:spPr>
          <a:xfrm>
            <a:off x="4262702" y="3689493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Icon Title</a:t>
            </a:r>
          </a:p>
        </p:txBody>
      </p:sp>
      <p:sp>
        <p:nvSpPr>
          <p:cNvPr id="8" name="Google Shape;272;p71">
            <a:extLst>
              <a:ext uri="{FF2B5EF4-FFF2-40B4-BE49-F238E27FC236}">
                <a16:creationId xmlns:a16="http://schemas.microsoft.com/office/drawing/2014/main" id="{97EDD77E-2003-33D7-B875-4AC02800F93E}"/>
              </a:ext>
            </a:extLst>
          </p:cNvPr>
          <p:cNvSpPr txBox="1">
            <a:spLocks noGrp="1"/>
          </p:cNvSpPr>
          <p:nvPr>
            <p:ph type="body" idx="57" hasCustomPrompt="1"/>
          </p:nvPr>
        </p:nvSpPr>
        <p:spPr>
          <a:xfrm>
            <a:off x="8235988" y="3689493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Icon Title</a:t>
            </a:r>
          </a:p>
        </p:txBody>
      </p:sp>
    </p:spTree>
    <p:extLst>
      <p:ext uri="{BB962C8B-B14F-4D97-AF65-F5344CB8AC3E}">
        <p14:creationId xmlns:p14="http://schemas.microsoft.com/office/powerpoint/2010/main" val="27935246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101;p51">
            <a:extLst>
              <a:ext uri="{FF2B5EF4-FFF2-40B4-BE49-F238E27FC236}">
                <a16:creationId xmlns:a16="http://schemas.microsoft.com/office/drawing/2014/main" id="{3790B450-B730-E58F-C3F8-C302E7B18D3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2031" y="2383239"/>
            <a:ext cx="0" cy="3002511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1" name="Google Shape;101;p51">
            <a:extLst>
              <a:ext uri="{FF2B5EF4-FFF2-40B4-BE49-F238E27FC236}">
                <a16:creationId xmlns:a16="http://schemas.microsoft.com/office/drawing/2014/main" id="{BF72A4CA-36DA-B632-97CD-EE2612693BE1}"/>
              </a:ext>
            </a:extLst>
          </p:cNvPr>
          <p:cNvCxnSpPr>
            <a:cxnSpLocks/>
          </p:cNvCxnSpPr>
          <p:nvPr userDrawn="1"/>
        </p:nvCxnSpPr>
        <p:spPr>
          <a:xfrm flipV="1">
            <a:off x="8054706" y="2383239"/>
            <a:ext cx="0" cy="3002511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2" name="Google Shape;101;p51">
            <a:extLst>
              <a:ext uri="{FF2B5EF4-FFF2-40B4-BE49-F238E27FC236}">
                <a16:creationId xmlns:a16="http://schemas.microsoft.com/office/drawing/2014/main" id="{E6B23A8D-B6BD-BA2F-EB6B-0626692AB207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20952" y="2364189"/>
            <a:ext cx="0" cy="3002511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130131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272;p71">
            <a:extLst>
              <a:ext uri="{FF2B5EF4-FFF2-40B4-BE49-F238E27FC236}">
                <a16:creationId xmlns:a16="http://schemas.microsoft.com/office/drawing/2014/main" id="{F611C60E-30EA-016E-049B-9C2BBDE40672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197102" y="1411922"/>
            <a:ext cx="3572584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Description</a:t>
            </a:r>
          </a:p>
        </p:txBody>
      </p:sp>
      <p:sp>
        <p:nvSpPr>
          <p:cNvPr id="194" name="Google Shape;273;p71">
            <a:extLst>
              <a:ext uri="{FF2B5EF4-FFF2-40B4-BE49-F238E27FC236}">
                <a16:creationId xmlns:a16="http://schemas.microsoft.com/office/drawing/2014/main" id="{5A8412F0-D47E-53C9-D00C-0133AEC3C4FD}"/>
              </a:ext>
            </a:extLst>
          </p:cNvPr>
          <p:cNvSpPr txBox="1">
            <a:spLocks noGrp="1"/>
          </p:cNvSpPr>
          <p:nvPr>
            <p:ph type="body" idx="46" hasCustomPrompt="1"/>
          </p:nvPr>
        </p:nvSpPr>
        <p:spPr>
          <a:xfrm>
            <a:off x="146299" y="2184866"/>
            <a:ext cx="3572265" cy="338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Task 1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dirty="0"/>
              <a:t>Task 2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dirty="0"/>
              <a:t>Task 3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5" name="Google Shape;272;p71">
            <a:extLst>
              <a:ext uri="{FF2B5EF4-FFF2-40B4-BE49-F238E27FC236}">
                <a16:creationId xmlns:a16="http://schemas.microsoft.com/office/drawing/2014/main" id="{EE3E95C8-A981-3262-4FDC-1600430CD367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296055" y="1411922"/>
            <a:ext cx="1620149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W1</a:t>
            </a:r>
          </a:p>
        </p:txBody>
      </p:sp>
      <p:sp>
        <p:nvSpPr>
          <p:cNvPr id="7" name="Google Shape;272;p71">
            <a:extLst>
              <a:ext uri="{FF2B5EF4-FFF2-40B4-BE49-F238E27FC236}">
                <a16:creationId xmlns:a16="http://schemas.microsoft.com/office/drawing/2014/main" id="{26F44E0B-D173-B80E-BD7D-4F9F0CEFD013}"/>
              </a:ext>
            </a:extLst>
          </p:cNvPr>
          <p:cNvSpPr txBox="1">
            <a:spLocks noGrp="1"/>
          </p:cNvSpPr>
          <p:nvPr>
            <p:ph type="body" idx="48" hasCustomPrompt="1"/>
          </p:nvPr>
        </p:nvSpPr>
        <p:spPr>
          <a:xfrm>
            <a:off x="10208766" y="1411922"/>
            <a:ext cx="1620149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W4</a:t>
            </a:r>
          </a:p>
        </p:txBody>
      </p:sp>
      <p:sp>
        <p:nvSpPr>
          <p:cNvPr id="12" name="Google Shape;272;p71">
            <a:extLst>
              <a:ext uri="{FF2B5EF4-FFF2-40B4-BE49-F238E27FC236}">
                <a16:creationId xmlns:a16="http://schemas.microsoft.com/office/drawing/2014/main" id="{86FF0C3A-3DF9-86BC-6555-DCFF4826B498}"/>
              </a:ext>
            </a:extLst>
          </p:cNvPr>
          <p:cNvSpPr txBox="1">
            <a:spLocks noGrp="1"/>
          </p:cNvSpPr>
          <p:nvPr>
            <p:ph type="body" idx="49" hasCustomPrompt="1"/>
          </p:nvPr>
        </p:nvSpPr>
        <p:spPr>
          <a:xfrm>
            <a:off x="8257125" y="1411922"/>
            <a:ext cx="1583634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W3</a:t>
            </a:r>
          </a:p>
        </p:txBody>
      </p: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C3995C7D-0D66-3332-E0A0-0E4267DDF8A2}"/>
              </a:ext>
            </a:extLst>
          </p:cNvPr>
          <p:cNvSpPr txBox="1">
            <a:spLocks noGrp="1"/>
          </p:cNvSpPr>
          <p:nvPr>
            <p:ph type="body" idx="50" hasCustomPrompt="1"/>
          </p:nvPr>
        </p:nvSpPr>
        <p:spPr>
          <a:xfrm>
            <a:off x="6276590" y="1411922"/>
            <a:ext cx="1620149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W2</a:t>
            </a:r>
          </a:p>
        </p:txBody>
      </p:sp>
      <p:cxnSp>
        <p:nvCxnSpPr>
          <p:cNvPr id="14" name="Google Shape;101;p51">
            <a:extLst>
              <a:ext uri="{FF2B5EF4-FFF2-40B4-BE49-F238E27FC236}">
                <a16:creationId xmlns:a16="http://schemas.microsoft.com/office/drawing/2014/main" id="{6BE32F84-A6F0-3F1B-683A-725777B4350D}"/>
              </a:ext>
            </a:extLst>
          </p:cNvPr>
          <p:cNvCxnSpPr>
            <a:cxnSpLocks/>
          </p:cNvCxnSpPr>
          <p:nvPr userDrawn="1"/>
        </p:nvCxnSpPr>
        <p:spPr>
          <a:xfrm flipV="1">
            <a:off x="4296054" y="2348365"/>
            <a:ext cx="7521516" cy="44293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Google Shape;101;p51">
            <a:extLst>
              <a:ext uri="{FF2B5EF4-FFF2-40B4-BE49-F238E27FC236}">
                <a16:creationId xmlns:a16="http://schemas.microsoft.com/office/drawing/2014/main" id="{F4BD4616-42DE-F8BA-7CA7-DBD1A1403ED4}"/>
              </a:ext>
            </a:extLst>
          </p:cNvPr>
          <p:cNvCxnSpPr>
            <a:cxnSpLocks/>
          </p:cNvCxnSpPr>
          <p:nvPr userDrawn="1"/>
        </p:nvCxnSpPr>
        <p:spPr>
          <a:xfrm>
            <a:off x="4302296" y="3370283"/>
            <a:ext cx="7506861" cy="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6" name="Google Shape;101;p51">
            <a:extLst>
              <a:ext uri="{FF2B5EF4-FFF2-40B4-BE49-F238E27FC236}">
                <a16:creationId xmlns:a16="http://schemas.microsoft.com/office/drawing/2014/main" id="{A5B511B6-D18B-1473-9282-FAE5C7A7B526}"/>
              </a:ext>
            </a:extLst>
          </p:cNvPr>
          <p:cNvCxnSpPr>
            <a:cxnSpLocks/>
          </p:cNvCxnSpPr>
          <p:nvPr userDrawn="1"/>
        </p:nvCxnSpPr>
        <p:spPr>
          <a:xfrm>
            <a:off x="4296055" y="4329621"/>
            <a:ext cx="7532860" cy="562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Google Shape;101;p51">
            <a:extLst>
              <a:ext uri="{FF2B5EF4-FFF2-40B4-BE49-F238E27FC236}">
                <a16:creationId xmlns:a16="http://schemas.microsoft.com/office/drawing/2014/main" id="{06DFF776-65DB-4023-EC34-8C9CE69F6D59}"/>
              </a:ext>
            </a:extLst>
          </p:cNvPr>
          <p:cNvCxnSpPr>
            <a:cxnSpLocks/>
          </p:cNvCxnSpPr>
          <p:nvPr userDrawn="1"/>
        </p:nvCxnSpPr>
        <p:spPr>
          <a:xfrm>
            <a:off x="4296054" y="5395169"/>
            <a:ext cx="7524447" cy="3006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2" name="Google Shape;101;p51">
            <a:extLst>
              <a:ext uri="{FF2B5EF4-FFF2-40B4-BE49-F238E27FC236}">
                <a16:creationId xmlns:a16="http://schemas.microsoft.com/office/drawing/2014/main" id="{322E08F0-FF2B-9DB7-A83D-01521CF90BB0}"/>
              </a:ext>
            </a:extLst>
          </p:cNvPr>
          <p:cNvCxnSpPr>
            <a:cxnSpLocks/>
          </p:cNvCxnSpPr>
          <p:nvPr userDrawn="1"/>
        </p:nvCxnSpPr>
        <p:spPr>
          <a:xfrm flipV="1">
            <a:off x="4296055" y="2392658"/>
            <a:ext cx="0" cy="3002511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9" name="Google Shape;101;p51">
            <a:extLst>
              <a:ext uri="{FF2B5EF4-FFF2-40B4-BE49-F238E27FC236}">
                <a16:creationId xmlns:a16="http://schemas.microsoft.com/office/drawing/2014/main" id="{AB56282D-4C45-0E96-38D4-42DB451E1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17570" y="2348365"/>
            <a:ext cx="0" cy="3046804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0" name="Google Shape;50;p39">
            <a:extLst>
              <a:ext uri="{FF2B5EF4-FFF2-40B4-BE49-F238E27FC236}">
                <a16:creationId xmlns:a16="http://schemas.microsoft.com/office/drawing/2014/main" id="{6C0D0555-EBDD-BBAD-9BFF-834A07C99EC9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85677" y="188552"/>
            <a:ext cx="11623480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9261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130131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272;p71">
            <a:extLst>
              <a:ext uri="{FF2B5EF4-FFF2-40B4-BE49-F238E27FC236}">
                <a16:creationId xmlns:a16="http://schemas.microsoft.com/office/drawing/2014/main" id="{6A26B974-D52B-61EB-2B0E-60BAD27AC3E7}"/>
              </a:ext>
            </a:extLst>
          </p:cNvPr>
          <p:cNvSpPr txBox="1">
            <a:spLocks noGrp="1"/>
          </p:cNvSpPr>
          <p:nvPr>
            <p:ph type="body" idx="6" hasCustomPrompt="1"/>
          </p:nvPr>
        </p:nvSpPr>
        <p:spPr>
          <a:xfrm>
            <a:off x="363085" y="3665720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1</a:t>
            </a:r>
          </a:p>
        </p:txBody>
      </p:sp>
      <p:sp>
        <p:nvSpPr>
          <p:cNvPr id="192" name="Google Shape;273;p71">
            <a:extLst>
              <a:ext uri="{FF2B5EF4-FFF2-40B4-BE49-F238E27FC236}">
                <a16:creationId xmlns:a16="http://schemas.microsoft.com/office/drawing/2014/main" id="{BEB8BBD6-53D8-0042-E8C2-5C1FE0883834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63086" y="4156863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3" name="Google Shape;272;p71">
            <a:extLst>
              <a:ext uri="{FF2B5EF4-FFF2-40B4-BE49-F238E27FC236}">
                <a16:creationId xmlns:a16="http://schemas.microsoft.com/office/drawing/2014/main" id="{F611C60E-30EA-016E-049B-9C2BBDE40672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2325045" y="1403493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2</a:t>
            </a:r>
          </a:p>
        </p:txBody>
      </p:sp>
      <p:sp>
        <p:nvSpPr>
          <p:cNvPr id="194" name="Google Shape;273;p71">
            <a:extLst>
              <a:ext uri="{FF2B5EF4-FFF2-40B4-BE49-F238E27FC236}">
                <a16:creationId xmlns:a16="http://schemas.microsoft.com/office/drawing/2014/main" id="{5A8412F0-D47E-53C9-D00C-0133AEC3C4FD}"/>
              </a:ext>
            </a:extLst>
          </p:cNvPr>
          <p:cNvSpPr txBox="1">
            <a:spLocks noGrp="1"/>
          </p:cNvSpPr>
          <p:nvPr>
            <p:ph type="body" idx="46" hasCustomPrompt="1"/>
          </p:nvPr>
        </p:nvSpPr>
        <p:spPr>
          <a:xfrm>
            <a:off x="2325045" y="1883818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7" name="Google Shape;272;p71">
            <a:extLst>
              <a:ext uri="{FF2B5EF4-FFF2-40B4-BE49-F238E27FC236}">
                <a16:creationId xmlns:a16="http://schemas.microsoft.com/office/drawing/2014/main" id="{D0E7E12D-C52F-1862-BBB7-84103771B01E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266277" y="3665720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3</a:t>
            </a:r>
          </a:p>
        </p:txBody>
      </p:sp>
      <p:sp>
        <p:nvSpPr>
          <p:cNvPr id="198" name="Google Shape;273;p71">
            <a:extLst>
              <a:ext uri="{FF2B5EF4-FFF2-40B4-BE49-F238E27FC236}">
                <a16:creationId xmlns:a16="http://schemas.microsoft.com/office/drawing/2014/main" id="{12DE0255-915D-9183-6DE1-EE0EA5E84C29}"/>
              </a:ext>
            </a:extLst>
          </p:cNvPr>
          <p:cNvSpPr txBox="1">
            <a:spLocks noGrp="1"/>
          </p:cNvSpPr>
          <p:nvPr>
            <p:ph type="body" idx="48" hasCustomPrompt="1"/>
          </p:nvPr>
        </p:nvSpPr>
        <p:spPr>
          <a:xfrm>
            <a:off x="4266278" y="4156863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99" name="Google Shape;272;p71">
            <a:extLst>
              <a:ext uri="{FF2B5EF4-FFF2-40B4-BE49-F238E27FC236}">
                <a16:creationId xmlns:a16="http://schemas.microsoft.com/office/drawing/2014/main" id="{08827804-4590-7B87-598B-6301CADE5725}"/>
              </a:ext>
            </a:extLst>
          </p:cNvPr>
          <p:cNvSpPr txBox="1">
            <a:spLocks noGrp="1"/>
          </p:cNvSpPr>
          <p:nvPr>
            <p:ph type="body" idx="49" hasCustomPrompt="1"/>
          </p:nvPr>
        </p:nvSpPr>
        <p:spPr>
          <a:xfrm>
            <a:off x="6285640" y="1400627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4</a:t>
            </a:r>
          </a:p>
        </p:txBody>
      </p:sp>
      <p:sp>
        <p:nvSpPr>
          <p:cNvPr id="200" name="Google Shape;273;p71">
            <a:extLst>
              <a:ext uri="{FF2B5EF4-FFF2-40B4-BE49-F238E27FC236}">
                <a16:creationId xmlns:a16="http://schemas.microsoft.com/office/drawing/2014/main" id="{0AA73250-099D-9417-9AE7-666D374B5813}"/>
              </a:ext>
            </a:extLst>
          </p:cNvPr>
          <p:cNvSpPr txBox="1">
            <a:spLocks noGrp="1"/>
          </p:cNvSpPr>
          <p:nvPr>
            <p:ph type="body" idx="50" hasCustomPrompt="1"/>
          </p:nvPr>
        </p:nvSpPr>
        <p:spPr>
          <a:xfrm>
            <a:off x="6285640" y="1880952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01" name="Google Shape;272;p71">
            <a:extLst>
              <a:ext uri="{FF2B5EF4-FFF2-40B4-BE49-F238E27FC236}">
                <a16:creationId xmlns:a16="http://schemas.microsoft.com/office/drawing/2014/main" id="{988F5C73-A601-AF58-5181-37AD28C1F25F}"/>
              </a:ext>
            </a:extLst>
          </p:cNvPr>
          <p:cNvSpPr txBox="1">
            <a:spLocks noGrp="1"/>
          </p:cNvSpPr>
          <p:nvPr>
            <p:ph type="body" idx="51" hasCustomPrompt="1"/>
          </p:nvPr>
        </p:nvSpPr>
        <p:spPr>
          <a:xfrm>
            <a:off x="10218608" y="1395514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6</a:t>
            </a:r>
          </a:p>
        </p:txBody>
      </p:sp>
      <p:sp>
        <p:nvSpPr>
          <p:cNvPr id="202" name="Google Shape;273;p71">
            <a:extLst>
              <a:ext uri="{FF2B5EF4-FFF2-40B4-BE49-F238E27FC236}">
                <a16:creationId xmlns:a16="http://schemas.microsoft.com/office/drawing/2014/main" id="{199EA029-F01B-2244-47E4-D1C3E5E05A1F}"/>
              </a:ext>
            </a:extLst>
          </p:cNvPr>
          <p:cNvSpPr txBox="1">
            <a:spLocks noGrp="1"/>
          </p:cNvSpPr>
          <p:nvPr>
            <p:ph type="body" idx="52" hasCustomPrompt="1"/>
          </p:nvPr>
        </p:nvSpPr>
        <p:spPr>
          <a:xfrm>
            <a:off x="10218609" y="1875840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05" name="Google Shape;273;p71">
            <a:extLst>
              <a:ext uri="{FF2B5EF4-FFF2-40B4-BE49-F238E27FC236}">
                <a16:creationId xmlns:a16="http://schemas.microsoft.com/office/drawing/2014/main" id="{2C3E0A69-5CDB-C651-E7EF-4BA46D2AC9F7}"/>
              </a:ext>
            </a:extLst>
          </p:cNvPr>
          <p:cNvSpPr txBox="1">
            <a:spLocks noGrp="1"/>
          </p:cNvSpPr>
          <p:nvPr>
            <p:ph type="body" idx="54" hasCustomPrompt="1"/>
          </p:nvPr>
        </p:nvSpPr>
        <p:spPr>
          <a:xfrm>
            <a:off x="8230454" y="4131829"/>
            <a:ext cx="1610306" cy="151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" name="Google Shape;273;p71">
            <a:extLst>
              <a:ext uri="{FF2B5EF4-FFF2-40B4-BE49-F238E27FC236}">
                <a16:creationId xmlns:a16="http://schemas.microsoft.com/office/drawing/2014/main" id="{DC0BBC6E-AEA6-81BA-44C3-59576A05414E}"/>
              </a:ext>
            </a:extLst>
          </p:cNvPr>
          <p:cNvSpPr txBox="1">
            <a:spLocks noGrp="1"/>
          </p:cNvSpPr>
          <p:nvPr>
            <p:ph type="body" idx="55" hasCustomPrompt="1"/>
          </p:nvPr>
        </p:nvSpPr>
        <p:spPr>
          <a:xfrm>
            <a:off x="363085" y="1697400"/>
            <a:ext cx="1610306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6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W1</a:t>
            </a:r>
            <a:endParaRPr dirty="0"/>
          </a:p>
        </p:txBody>
      </p:sp>
      <p:sp>
        <p:nvSpPr>
          <p:cNvPr id="12" name="Google Shape;273;p71">
            <a:extLst>
              <a:ext uri="{FF2B5EF4-FFF2-40B4-BE49-F238E27FC236}">
                <a16:creationId xmlns:a16="http://schemas.microsoft.com/office/drawing/2014/main" id="{3E79316D-4AE6-1DAD-0820-32715BEE0C6E}"/>
              </a:ext>
            </a:extLst>
          </p:cNvPr>
          <p:cNvSpPr txBox="1">
            <a:spLocks noGrp="1"/>
          </p:cNvSpPr>
          <p:nvPr>
            <p:ph type="body" idx="56" hasCustomPrompt="1"/>
          </p:nvPr>
        </p:nvSpPr>
        <p:spPr>
          <a:xfrm>
            <a:off x="2332983" y="4188633"/>
            <a:ext cx="1610306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6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W2</a:t>
            </a:r>
            <a:endParaRPr dirty="0"/>
          </a:p>
        </p:txBody>
      </p:sp>
      <p:sp>
        <p:nvSpPr>
          <p:cNvPr id="13" name="Google Shape;273;p71">
            <a:extLst>
              <a:ext uri="{FF2B5EF4-FFF2-40B4-BE49-F238E27FC236}">
                <a16:creationId xmlns:a16="http://schemas.microsoft.com/office/drawing/2014/main" id="{EC218F79-B816-7B3D-6A87-DC6C3B21C689}"/>
              </a:ext>
            </a:extLst>
          </p:cNvPr>
          <p:cNvSpPr txBox="1">
            <a:spLocks noGrp="1"/>
          </p:cNvSpPr>
          <p:nvPr>
            <p:ph type="body" idx="57" hasCustomPrompt="1"/>
          </p:nvPr>
        </p:nvSpPr>
        <p:spPr>
          <a:xfrm>
            <a:off x="4291529" y="1697400"/>
            <a:ext cx="1610306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6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W3</a:t>
            </a:r>
            <a:endParaRPr dirty="0"/>
          </a:p>
        </p:txBody>
      </p:sp>
      <p:sp>
        <p:nvSpPr>
          <p:cNvPr id="14" name="Google Shape;273;p71">
            <a:extLst>
              <a:ext uri="{FF2B5EF4-FFF2-40B4-BE49-F238E27FC236}">
                <a16:creationId xmlns:a16="http://schemas.microsoft.com/office/drawing/2014/main" id="{DCBD7DA8-09AE-574B-FC83-EC991D673396}"/>
              </a:ext>
            </a:extLst>
          </p:cNvPr>
          <p:cNvSpPr txBox="1">
            <a:spLocks noGrp="1"/>
          </p:cNvSpPr>
          <p:nvPr>
            <p:ph type="body" idx="58" hasCustomPrompt="1"/>
          </p:nvPr>
        </p:nvSpPr>
        <p:spPr>
          <a:xfrm>
            <a:off x="8238074" y="1697400"/>
            <a:ext cx="1610306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6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W5</a:t>
            </a:r>
            <a:endParaRPr dirty="0"/>
          </a:p>
        </p:txBody>
      </p:sp>
      <p:sp>
        <p:nvSpPr>
          <p:cNvPr id="18" name="Google Shape;273;p71">
            <a:extLst>
              <a:ext uri="{FF2B5EF4-FFF2-40B4-BE49-F238E27FC236}">
                <a16:creationId xmlns:a16="http://schemas.microsoft.com/office/drawing/2014/main" id="{9F31007E-620F-D826-3A62-15B2A2C9212C}"/>
              </a:ext>
            </a:extLst>
          </p:cNvPr>
          <p:cNvSpPr txBox="1">
            <a:spLocks noGrp="1"/>
          </p:cNvSpPr>
          <p:nvPr>
            <p:ph type="body" idx="59" hasCustomPrompt="1"/>
          </p:nvPr>
        </p:nvSpPr>
        <p:spPr>
          <a:xfrm>
            <a:off x="6297159" y="4188633"/>
            <a:ext cx="1610306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6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W4</a:t>
            </a:r>
            <a:endParaRPr dirty="0"/>
          </a:p>
        </p:txBody>
      </p:sp>
      <p:sp>
        <p:nvSpPr>
          <p:cNvPr id="19" name="Google Shape;273;p71">
            <a:extLst>
              <a:ext uri="{FF2B5EF4-FFF2-40B4-BE49-F238E27FC236}">
                <a16:creationId xmlns:a16="http://schemas.microsoft.com/office/drawing/2014/main" id="{BC3B5871-6CBF-7029-1381-7C16816B99DD}"/>
              </a:ext>
            </a:extLst>
          </p:cNvPr>
          <p:cNvSpPr txBox="1">
            <a:spLocks noGrp="1"/>
          </p:cNvSpPr>
          <p:nvPr>
            <p:ph type="body" idx="60" hasCustomPrompt="1"/>
          </p:nvPr>
        </p:nvSpPr>
        <p:spPr>
          <a:xfrm>
            <a:off x="10200351" y="4188633"/>
            <a:ext cx="1610306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6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W6</a:t>
            </a:r>
            <a:endParaRPr dirty="0"/>
          </a:p>
        </p:txBody>
      </p:sp>
      <p:sp>
        <p:nvSpPr>
          <p:cNvPr id="195" name="Google Shape;50;p39">
            <a:extLst>
              <a:ext uri="{FF2B5EF4-FFF2-40B4-BE49-F238E27FC236}">
                <a16:creationId xmlns:a16="http://schemas.microsoft.com/office/drawing/2014/main" id="{7FECB1BF-657D-8E59-782D-FC8F4C534A3A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85676" y="188552"/>
            <a:ext cx="11624981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72;p71">
            <a:extLst>
              <a:ext uri="{FF2B5EF4-FFF2-40B4-BE49-F238E27FC236}">
                <a16:creationId xmlns:a16="http://schemas.microsoft.com/office/drawing/2014/main" id="{14558DB3-324B-350A-4252-75F36E62AB31}"/>
              </a:ext>
            </a:extLst>
          </p:cNvPr>
          <p:cNvSpPr txBox="1">
            <a:spLocks noGrp="1"/>
          </p:cNvSpPr>
          <p:nvPr>
            <p:ph type="body" idx="61" hasCustomPrompt="1"/>
          </p:nvPr>
        </p:nvSpPr>
        <p:spPr>
          <a:xfrm>
            <a:off x="8239563" y="3665720"/>
            <a:ext cx="161030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5</a:t>
            </a:r>
          </a:p>
        </p:txBody>
      </p:sp>
    </p:spTree>
    <p:extLst>
      <p:ext uri="{BB962C8B-B14F-4D97-AF65-F5344CB8AC3E}">
        <p14:creationId xmlns:p14="http://schemas.microsoft.com/office/powerpoint/2010/main" val="2036995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130131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272;p71">
            <a:extLst>
              <a:ext uri="{FF2B5EF4-FFF2-40B4-BE49-F238E27FC236}">
                <a16:creationId xmlns:a16="http://schemas.microsoft.com/office/drawing/2014/main" id="{F611C60E-30EA-016E-049B-9C2BBDE40672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219001" y="1404663"/>
            <a:ext cx="3572584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Task Description</a:t>
            </a:r>
          </a:p>
        </p:txBody>
      </p:sp>
      <p:sp>
        <p:nvSpPr>
          <p:cNvPr id="5" name="Google Shape;272;p71">
            <a:extLst>
              <a:ext uri="{FF2B5EF4-FFF2-40B4-BE49-F238E27FC236}">
                <a16:creationId xmlns:a16="http://schemas.microsoft.com/office/drawing/2014/main" id="{EE3E95C8-A981-3262-4FDC-1600430CD367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014634" y="1404663"/>
            <a:ext cx="675126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May</a:t>
            </a:r>
          </a:p>
        </p:txBody>
      </p:sp>
      <p:sp>
        <p:nvSpPr>
          <p:cNvPr id="9" name="Google Shape;272;p71">
            <a:extLst>
              <a:ext uri="{FF2B5EF4-FFF2-40B4-BE49-F238E27FC236}">
                <a16:creationId xmlns:a16="http://schemas.microsoft.com/office/drawing/2014/main" id="{F00BB8E1-2629-4BAE-5147-3768BCC97320}"/>
              </a:ext>
            </a:extLst>
          </p:cNvPr>
          <p:cNvSpPr txBox="1">
            <a:spLocks noGrp="1"/>
          </p:cNvSpPr>
          <p:nvPr>
            <p:ph type="body" idx="49" hasCustomPrompt="1"/>
          </p:nvPr>
        </p:nvSpPr>
        <p:spPr>
          <a:xfrm>
            <a:off x="4880798" y="1404663"/>
            <a:ext cx="559290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Jun</a:t>
            </a:r>
          </a:p>
        </p:txBody>
      </p:sp>
      <p:sp>
        <p:nvSpPr>
          <p:cNvPr id="10" name="Google Shape;272;p71">
            <a:extLst>
              <a:ext uri="{FF2B5EF4-FFF2-40B4-BE49-F238E27FC236}">
                <a16:creationId xmlns:a16="http://schemas.microsoft.com/office/drawing/2014/main" id="{72885DD2-500E-04CE-76FD-84EFDC39223D}"/>
              </a:ext>
            </a:extLst>
          </p:cNvPr>
          <p:cNvSpPr txBox="1">
            <a:spLocks noGrp="1"/>
          </p:cNvSpPr>
          <p:nvPr>
            <p:ph type="body" idx="50" hasCustomPrompt="1"/>
          </p:nvPr>
        </p:nvSpPr>
        <p:spPr>
          <a:xfrm>
            <a:off x="5631126" y="1404663"/>
            <a:ext cx="559290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Jul</a:t>
            </a:r>
          </a:p>
        </p:txBody>
      </p:sp>
      <p:sp>
        <p:nvSpPr>
          <p:cNvPr id="11" name="Google Shape;272;p71">
            <a:extLst>
              <a:ext uri="{FF2B5EF4-FFF2-40B4-BE49-F238E27FC236}">
                <a16:creationId xmlns:a16="http://schemas.microsoft.com/office/drawing/2014/main" id="{F137EC90-6104-9796-1A28-0C490DD2F954}"/>
              </a:ext>
            </a:extLst>
          </p:cNvPr>
          <p:cNvSpPr txBox="1">
            <a:spLocks noGrp="1"/>
          </p:cNvSpPr>
          <p:nvPr>
            <p:ph type="body" idx="51" hasCustomPrompt="1"/>
          </p:nvPr>
        </p:nvSpPr>
        <p:spPr>
          <a:xfrm>
            <a:off x="6381454" y="1404663"/>
            <a:ext cx="675127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 err="1"/>
              <a:t>Aug</a:t>
            </a:r>
            <a:endParaRPr lang="es-ES" dirty="0"/>
          </a:p>
        </p:txBody>
      </p:sp>
      <p:sp>
        <p:nvSpPr>
          <p:cNvPr id="15" name="Google Shape;272;p71">
            <a:extLst>
              <a:ext uri="{FF2B5EF4-FFF2-40B4-BE49-F238E27FC236}">
                <a16:creationId xmlns:a16="http://schemas.microsoft.com/office/drawing/2014/main" id="{05EC75E8-E800-E70A-8095-9EFF57E3BB04}"/>
              </a:ext>
            </a:extLst>
          </p:cNvPr>
          <p:cNvSpPr txBox="1">
            <a:spLocks noGrp="1"/>
          </p:cNvSpPr>
          <p:nvPr>
            <p:ph type="body" idx="52" hasCustomPrompt="1"/>
          </p:nvPr>
        </p:nvSpPr>
        <p:spPr>
          <a:xfrm>
            <a:off x="7247619" y="1404663"/>
            <a:ext cx="559290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 err="1"/>
              <a:t>Sep</a:t>
            </a:r>
            <a:endParaRPr lang="es-ES" dirty="0"/>
          </a:p>
        </p:txBody>
      </p:sp>
      <p:sp>
        <p:nvSpPr>
          <p:cNvPr id="16" name="Google Shape;272;p71">
            <a:extLst>
              <a:ext uri="{FF2B5EF4-FFF2-40B4-BE49-F238E27FC236}">
                <a16:creationId xmlns:a16="http://schemas.microsoft.com/office/drawing/2014/main" id="{C2639067-77AD-AC6E-28A8-250CD73F6909}"/>
              </a:ext>
            </a:extLst>
          </p:cNvPr>
          <p:cNvSpPr txBox="1">
            <a:spLocks noGrp="1"/>
          </p:cNvSpPr>
          <p:nvPr>
            <p:ph type="body" idx="53" hasCustomPrompt="1"/>
          </p:nvPr>
        </p:nvSpPr>
        <p:spPr>
          <a:xfrm>
            <a:off x="7997947" y="1404663"/>
            <a:ext cx="559290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Oct</a:t>
            </a:r>
          </a:p>
        </p:txBody>
      </p:sp>
      <p:sp>
        <p:nvSpPr>
          <p:cNvPr id="17" name="Google Shape;272;p71">
            <a:extLst>
              <a:ext uri="{FF2B5EF4-FFF2-40B4-BE49-F238E27FC236}">
                <a16:creationId xmlns:a16="http://schemas.microsoft.com/office/drawing/2014/main" id="{16240EC6-64AD-5297-5022-CA962BD2398A}"/>
              </a:ext>
            </a:extLst>
          </p:cNvPr>
          <p:cNvSpPr txBox="1">
            <a:spLocks noGrp="1"/>
          </p:cNvSpPr>
          <p:nvPr>
            <p:ph type="body" idx="54" hasCustomPrompt="1"/>
          </p:nvPr>
        </p:nvSpPr>
        <p:spPr>
          <a:xfrm>
            <a:off x="8748275" y="1404663"/>
            <a:ext cx="675127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Nov</a:t>
            </a:r>
          </a:p>
        </p:txBody>
      </p:sp>
      <p:sp>
        <p:nvSpPr>
          <p:cNvPr id="18" name="Google Shape;272;p71">
            <a:extLst>
              <a:ext uri="{FF2B5EF4-FFF2-40B4-BE49-F238E27FC236}">
                <a16:creationId xmlns:a16="http://schemas.microsoft.com/office/drawing/2014/main" id="{ED8B7BD0-592F-2F14-B2EA-C6FFED37FA48}"/>
              </a:ext>
            </a:extLst>
          </p:cNvPr>
          <p:cNvSpPr txBox="1">
            <a:spLocks noGrp="1"/>
          </p:cNvSpPr>
          <p:nvPr>
            <p:ph type="body" idx="55" hasCustomPrompt="1"/>
          </p:nvPr>
        </p:nvSpPr>
        <p:spPr>
          <a:xfrm>
            <a:off x="9614440" y="1404663"/>
            <a:ext cx="675127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 err="1"/>
              <a:t>Dec</a:t>
            </a:r>
            <a:endParaRPr lang="es-ES" dirty="0"/>
          </a:p>
        </p:txBody>
      </p:sp>
      <p:sp>
        <p:nvSpPr>
          <p:cNvPr id="19" name="Google Shape;272;p71">
            <a:extLst>
              <a:ext uri="{FF2B5EF4-FFF2-40B4-BE49-F238E27FC236}">
                <a16:creationId xmlns:a16="http://schemas.microsoft.com/office/drawing/2014/main" id="{B7E5482C-C529-F18E-05A4-D2B24516DAAD}"/>
              </a:ext>
            </a:extLst>
          </p:cNvPr>
          <p:cNvSpPr txBox="1">
            <a:spLocks noGrp="1"/>
          </p:cNvSpPr>
          <p:nvPr>
            <p:ph type="body" idx="56" hasCustomPrompt="1"/>
          </p:nvPr>
        </p:nvSpPr>
        <p:spPr>
          <a:xfrm>
            <a:off x="10480605" y="1404663"/>
            <a:ext cx="559290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Jan</a:t>
            </a:r>
          </a:p>
        </p:txBody>
      </p:sp>
      <p:sp>
        <p:nvSpPr>
          <p:cNvPr id="237" name="Google Shape;50;p39">
            <a:extLst>
              <a:ext uri="{FF2B5EF4-FFF2-40B4-BE49-F238E27FC236}">
                <a16:creationId xmlns:a16="http://schemas.microsoft.com/office/drawing/2014/main" id="{73176487-3F41-6C96-8F5F-7B6A789B48FF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38" name="Google Shape;273;p71">
            <a:extLst>
              <a:ext uri="{FF2B5EF4-FFF2-40B4-BE49-F238E27FC236}">
                <a16:creationId xmlns:a16="http://schemas.microsoft.com/office/drawing/2014/main" id="{B98A19E8-53AE-D446-8B19-72215E4AC226}"/>
              </a:ext>
            </a:extLst>
          </p:cNvPr>
          <p:cNvSpPr txBox="1">
            <a:spLocks noGrp="1"/>
          </p:cNvSpPr>
          <p:nvPr>
            <p:ph type="body" idx="46" hasCustomPrompt="1"/>
          </p:nvPr>
        </p:nvSpPr>
        <p:spPr>
          <a:xfrm>
            <a:off x="146299" y="2184866"/>
            <a:ext cx="3572265" cy="338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Task 1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dirty="0"/>
              <a:t>Task 2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dirty="0"/>
              <a:t>Task 3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24" name="Google Shape;272;p71">
            <a:extLst>
              <a:ext uri="{FF2B5EF4-FFF2-40B4-BE49-F238E27FC236}">
                <a16:creationId xmlns:a16="http://schemas.microsoft.com/office/drawing/2014/main" id="{6B0CEFE0-39BB-D07C-E68B-3325B92B68AD}"/>
              </a:ext>
            </a:extLst>
          </p:cNvPr>
          <p:cNvSpPr txBox="1">
            <a:spLocks noGrp="1"/>
          </p:cNvSpPr>
          <p:nvPr>
            <p:ph type="body" idx="57" hasCustomPrompt="1"/>
          </p:nvPr>
        </p:nvSpPr>
        <p:spPr>
          <a:xfrm>
            <a:off x="11230936" y="1404662"/>
            <a:ext cx="559290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Feb</a:t>
            </a:r>
          </a:p>
        </p:txBody>
      </p:sp>
    </p:spTree>
    <p:extLst>
      <p:ext uri="{BB962C8B-B14F-4D97-AF65-F5344CB8AC3E}">
        <p14:creationId xmlns:p14="http://schemas.microsoft.com/office/powerpoint/2010/main" val="480534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271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67;p59">
            <a:extLst>
              <a:ext uri="{FF2B5EF4-FFF2-40B4-BE49-F238E27FC236}">
                <a16:creationId xmlns:a16="http://schemas.microsoft.com/office/drawing/2014/main" id="{71185C25-CB0A-7075-6081-B83AF7F3BEE5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290241" y="1575133"/>
            <a:ext cx="3351904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r>
              <a:rPr lang="en-US" dirty="0"/>
              <a:t>Lorem ipsum dolor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0" name="Google Shape;167;p59">
            <a:extLst>
              <a:ext uri="{FF2B5EF4-FFF2-40B4-BE49-F238E27FC236}">
                <a16:creationId xmlns:a16="http://schemas.microsoft.com/office/drawing/2014/main" id="{890E067D-49D3-C0E6-2CE7-7E2AE3CE0EFD}"/>
              </a:ext>
            </a:extLst>
          </p:cNvPr>
          <p:cNvSpPr txBox="1">
            <a:spLocks noGrp="1"/>
          </p:cNvSpPr>
          <p:nvPr>
            <p:ph type="body" idx="57" hasCustomPrompt="1"/>
          </p:nvPr>
        </p:nvSpPr>
        <p:spPr>
          <a:xfrm>
            <a:off x="300394" y="4447642"/>
            <a:ext cx="3351904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r>
              <a:rPr lang="en-US" dirty="0"/>
              <a:t>Lorem ipsum dolor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29A572-7506-7F10-4785-357F25B74991}"/>
              </a:ext>
            </a:extLst>
          </p:cNvPr>
          <p:cNvCxnSpPr/>
          <p:nvPr userDrawn="1"/>
        </p:nvCxnSpPr>
        <p:spPr>
          <a:xfrm>
            <a:off x="3935669" y="0"/>
            <a:ext cx="0" cy="59309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071A5D8F-7AAF-A11C-402F-F4515904087A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196822" y="1124294"/>
            <a:ext cx="3349372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Stage </a:t>
            </a:r>
            <a:r>
              <a:rPr lang="es-ES" dirty="0"/>
              <a:t>1</a:t>
            </a:r>
          </a:p>
        </p:txBody>
      </p:sp>
      <p:sp>
        <p:nvSpPr>
          <p:cNvPr id="14" name="Google Shape;272;p71">
            <a:extLst>
              <a:ext uri="{FF2B5EF4-FFF2-40B4-BE49-F238E27FC236}">
                <a16:creationId xmlns:a16="http://schemas.microsoft.com/office/drawing/2014/main" id="{EE2FFBAB-09CC-CF5E-4577-49421D55DC96}"/>
              </a:ext>
            </a:extLst>
          </p:cNvPr>
          <p:cNvSpPr txBox="1">
            <a:spLocks noGrp="1"/>
          </p:cNvSpPr>
          <p:nvPr>
            <p:ph type="body" idx="58" hasCustomPrompt="1"/>
          </p:nvPr>
        </p:nvSpPr>
        <p:spPr>
          <a:xfrm>
            <a:off x="206974" y="3996803"/>
            <a:ext cx="3349372" cy="46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Stage 2</a:t>
            </a:r>
          </a:p>
        </p:txBody>
      </p:sp>
      <p:sp>
        <p:nvSpPr>
          <p:cNvPr id="16" name="Google Shape;272;p71">
            <a:extLst>
              <a:ext uri="{FF2B5EF4-FFF2-40B4-BE49-F238E27FC236}">
                <a16:creationId xmlns:a16="http://schemas.microsoft.com/office/drawing/2014/main" id="{D44DD887-1D80-5768-C059-F8D930E6696C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137724" y="493089"/>
            <a:ext cx="7683570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00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A draft schedule is shown below. We are open to modifying this schedule to best meet your needs.</a:t>
            </a:r>
            <a:endParaRPr lang="es-ES" dirty="0"/>
          </a:p>
        </p:txBody>
      </p:sp>
      <p:sp>
        <p:nvSpPr>
          <p:cNvPr id="17" name="Google Shape;145;p57">
            <a:extLst>
              <a:ext uri="{FF2B5EF4-FFF2-40B4-BE49-F238E27FC236}">
                <a16:creationId xmlns:a16="http://schemas.microsoft.com/office/drawing/2014/main" id="{B6F4F073-DDAC-AAB4-BD1E-A0A2BD08B80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3" y="204332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85899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3301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67;p59">
            <a:extLst>
              <a:ext uri="{FF2B5EF4-FFF2-40B4-BE49-F238E27FC236}">
                <a16:creationId xmlns:a16="http://schemas.microsoft.com/office/drawing/2014/main" id="{71185C25-CB0A-7075-6081-B83AF7F3BEE5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297439" y="1292588"/>
            <a:ext cx="3351904" cy="423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Option 1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Option 2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Option 3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Option 3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29A572-7506-7F10-4785-357F25B74991}"/>
              </a:ext>
            </a:extLst>
          </p:cNvPr>
          <p:cNvCxnSpPr/>
          <p:nvPr userDrawn="1"/>
        </p:nvCxnSpPr>
        <p:spPr>
          <a:xfrm>
            <a:off x="3935669" y="0"/>
            <a:ext cx="0" cy="59309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145;p57">
            <a:extLst>
              <a:ext uri="{FF2B5EF4-FFF2-40B4-BE49-F238E27FC236}">
                <a16:creationId xmlns:a16="http://schemas.microsoft.com/office/drawing/2014/main" id="{877EE288-C289-FA50-D67A-F3F7F3F3DF2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3" y="204332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72;p71">
            <a:extLst>
              <a:ext uri="{FF2B5EF4-FFF2-40B4-BE49-F238E27FC236}">
                <a16:creationId xmlns:a16="http://schemas.microsoft.com/office/drawing/2014/main" id="{31E96CFC-7D25-FA96-217F-FBA82D2D1C96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137724" y="493089"/>
            <a:ext cx="7683570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00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A draft schedule is shown below. We are open to modifying this schedule to best meet your needs.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1568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+ Image" preserve="1" userDrawn="1">
  <p:cSld name="Pricing with Photo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3" name="Google Shape;133;p55"/>
          <p:cNvSpPr txBox="1">
            <a:spLocks noGrp="1"/>
          </p:cNvSpPr>
          <p:nvPr>
            <p:ph type="body" idx="3" hasCustomPrompt="1"/>
          </p:nvPr>
        </p:nvSpPr>
        <p:spPr>
          <a:xfrm>
            <a:off x="1973391" y="4390138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</a:t>
            </a:r>
            <a:r>
              <a:rPr lang="es-ES" dirty="0"/>
              <a:t> 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34" name="Google Shape;134;p55"/>
          <p:cNvSpPr>
            <a:spLocks noGrp="1"/>
          </p:cNvSpPr>
          <p:nvPr>
            <p:ph type="pic" idx="4"/>
          </p:nvPr>
        </p:nvSpPr>
        <p:spPr>
          <a:xfrm>
            <a:off x="-6627" y="-3817"/>
            <a:ext cx="12198627" cy="2357795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cxnSp>
        <p:nvCxnSpPr>
          <p:cNvPr id="138" name="Google Shape;138;p55"/>
          <p:cNvCxnSpPr>
            <a:cxnSpLocks/>
          </p:cNvCxnSpPr>
          <p:nvPr/>
        </p:nvCxnSpPr>
        <p:spPr>
          <a:xfrm>
            <a:off x="6096000" y="-38981"/>
            <a:ext cx="0" cy="59698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" name="Google Shape;139;p55"/>
          <p:cNvCxnSpPr/>
          <p:nvPr/>
        </p:nvCxnSpPr>
        <p:spPr>
          <a:xfrm>
            <a:off x="397" y="4148542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101;p51">
            <a:extLst>
              <a:ext uri="{FF2B5EF4-FFF2-40B4-BE49-F238E27FC236}">
                <a16:creationId xmlns:a16="http://schemas.microsoft.com/office/drawing/2014/main" id="{384DEC3C-3D07-F7DC-C556-7ED44234AE5A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AD32BD67-B0AD-8294-DF15-ACCD2AF2DCA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7;p61">
            <a:extLst>
              <a:ext uri="{FF2B5EF4-FFF2-40B4-BE49-F238E27FC236}">
                <a16:creationId xmlns:a16="http://schemas.microsoft.com/office/drawing/2014/main" id="{A9DBFF6B-F271-94F1-41CF-7EC3D3C7D0B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86958" y="4390139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0" name="Google Shape;133;p55">
            <a:extLst>
              <a:ext uri="{FF2B5EF4-FFF2-40B4-BE49-F238E27FC236}">
                <a16:creationId xmlns:a16="http://schemas.microsoft.com/office/drawing/2014/main" id="{8722B9FD-2D2C-4672-CA62-E2B62A8D3C9F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1957139" y="2602898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</a:t>
            </a:r>
            <a:r>
              <a:rPr lang="es-ES" dirty="0"/>
              <a:t> 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1" name="Google Shape;187;p61">
            <a:extLst>
              <a:ext uri="{FF2B5EF4-FFF2-40B4-BE49-F238E27FC236}">
                <a16:creationId xmlns:a16="http://schemas.microsoft.com/office/drawing/2014/main" id="{5625D2B8-F370-41F2-16EE-DD3C57C0E1E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70706" y="2602899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2" name="Google Shape;133;p55">
            <a:extLst>
              <a:ext uri="{FF2B5EF4-FFF2-40B4-BE49-F238E27FC236}">
                <a16:creationId xmlns:a16="http://schemas.microsoft.com/office/drawing/2014/main" id="{136C4CDB-F8B1-8A24-2A3B-467AE9FFB32E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7862230" y="4390136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</a:t>
            </a:r>
            <a:r>
              <a:rPr lang="es-ES" dirty="0"/>
              <a:t> 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3" name="Google Shape;187;p61">
            <a:extLst>
              <a:ext uri="{FF2B5EF4-FFF2-40B4-BE49-F238E27FC236}">
                <a16:creationId xmlns:a16="http://schemas.microsoft.com/office/drawing/2014/main" id="{664CE611-40DD-C616-D87E-4ADDAFA253F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275796" y="4390137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4" name="Google Shape;133;p55">
            <a:extLst>
              <a:ext uri="{FF2B5EF4-FFF2-40B4-BE49-F238E27FC236}">
                <a16:creationId xmlns:a16="http://schemas.microsoft.com/office/drawing/2014/main" id="{C22F364D-6F29-208B-84CB-53D7606F2A12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7862230" y="2600914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 </a:t>
            </a:r>
            <a:r>
              <a:rPr lang="es-ES" dirty="0"/>
              <a:t>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5" name="Google Shape;187;p61">
            <a:extLst>
              <a:ext uri="{FF2B5EF4-FFF2-40B4-BE49-F238E27FC236}">
                <a16:creationId xmlns:a16="http://schemas.microsoft.com/office/drawing/2014/main" id="{5E239846-B0BC-ACC5-9A5D-18B41EFAAC99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275796" y="2600914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6" name="Google Shape;133;p55">
            <a:extLst>
              <a:ext uri="{FF2B5EF4-FFF2-40B4-BE49-F238E27FC236}">
                <a16:creationId xmlns:a16="http://schemas.microsoft.com/office/drawing/2014/main" id="{AD901041-4AA7-7AF3-FDA0-F72F9A577004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130640" y="1037772"/>
            <a:ext cx="5785565" cy="107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endParaRPr dirty="0"/>
          </a:p>
        </p:txBody>
      </p:sp>
      <p:sp>
        <p:nvSpPr>
          <p:cNvPr id="3" name="Google Shape;145;p57">
            <a:extLst>
              <a:ext uri="{FF2B5EF4-FFF2-40B4-BE49-F238E27FC236}">
                <a16:creationId xmlns:a16="http://schemas.microsoft.com/office/drawing/2014/main" id="{BBF80CB1-C100-1B30-6F45-4D1A27C59A5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3" y="204332"/>
            <a:ext cx="3604217" cy="612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Pricing</a:t>
            </a:r>
          </a:p>
        </p:txBody>
      </p:sp>
    </p:spTree>
    <p:extLst>
      <p:ext uri="{BB962C8B-B14F-4D97-AF65-F5344CB8AC3E}">
        <p14:creationId xmlns:p14="http://schemas.microsoft.com/office/powerpoint/2010/main" val="35631511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+ Image" preserve="1" userDrawn="1">
  <p:cSld name="1_2 Columns + Image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3" name="Google Shape;133;p55"/>
          <p:cNvSpPr txBox="1">
            <a:spLocks noGrp="1"/>
          </p:cNvSpPr>
          <p:nvPr>
            <p:ph type="body" idx="3" hasCustomPrompt="1"/>
          </p:nvPr>
        </p:nvSpPr>
        <p:spPr>
          <a:xfrm>
            <a:off x="1973391" y="4390138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</a:t>
            </a:r>
            <a:r>
              <a:rPr lang="es-ES" dirty="0"/>
              <a:t> 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cxnSp>
        <p:nvCxnSpPr>
          <p:cNvPr id="138" name="Google Shape;138;p55"/>
          <p:cNvCxnSpPr>
            <a:cxnSpLocks/>
          </p:cNvCxnSpPr>
          <p:nvPr/>
        </p:nvCxnSpPr>
        <p:spPr>
          <a:xfrm>
            <a:off x="6096000" y="2369565"/>
            <a:ext cx="0" cy="356133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" name="Google Shape;139;p55"/>
          <p:cNvCxnSpPr>
            <a:cxnSpLocks/>
          </p:cNvCxnSpPr>
          <p:nvPr/>
        </p:nvCxnSpPr>
        <p:spPr>
          <a:xfrm>
            <a:off x="397" y="4148542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101;p51">
            <a:extLst>
              <a:ext uri="{FF2B5EF4-FFF2-40B4-BE49-F238E27FC236}">
                <a16:creationId xmlns:a16="http://schemas.microsoft.com/office/drawing/2014/main" id="{384DEC3C-3D07-F7DC-C556-7ED44234AE5A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AD32BD67-B0AD-8294-DF15-ACCD2AF2DCA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7;p61">
            <a:extLst>
              <a:ext uri="{FF2B5EF4-FFF2-40B4-BE49-F238E27FC236}">
                <a16:creationId xmlns:a16="http://schemas.microsoft.com/office/drawing/2014/main" id="{A9DBFF6B-F271-94F1-41CF-7EC3D3C7D0B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86958" y="4390139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 marL="188913" indent="-315913">
              <a:buSzPct val="200000"/>
              <a:defRPr sz="1400"/>
            </a:lvl1pPr>
          </a:lstStyle>
          <a:p>
            <a:endParaRPr lang="en-US" dirty="0"/>
          </a:p>
        </p:txBody>
      </p:sp>
      <p:sp>
        <p:nvSpPr>
          <p:cNvPr id="10" name="Google Shape;133;p55">
            <a:extLst>
              <a:ext uri="{FF2B5EF4-FFF2-40B4-BE49-F238E27FC236}">
                <a16:creationId xmlns:a16="http://schemas.microsoft.com/office/drawing/2014/main" id="{8722B9FD-2D2C-4672-CA62-E2B62A8D3C9F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1957139" y="2602898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</a:t>
            </a:r>
            <a:r>
              <a:rPr lang="es-ES" dirty="0"/>
              <a:t> 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1" name="Google Shape;187;p61">
            <a:extLst>
              <a:ext uri="{FF2B5EF4-FFF2-40B4-BE49-F238E27FC236}">
                <a16:creationId xmlns:a16="http://schemas.microsoft.com/office/drawing/2014/main" id="{5625D2B8-F370-41F2-16EE-DD3C57C0E1E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70706" y="2602899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 marL="188913" indent="-315913">
              <a:buSzPct val="200000"/>
              <a:defRPr sz="1400"/>
            </a:lvl1pPr>
          </a:lstStyle>
          <a:p>
            <a:endParaRPr lang="en-US" dirty="0"/>
          </a:p>
        </p:txBody>
      </p:sp>
      <p:sp>
        <p:nvSpPr>
          <p:cNvPr id="12" name="Google Shape;133;p55">
            <a:extLst>
              <a:ext uri="{FF2B5EF4-FFF2-40B4-BE49-F238E27FC236}">
                <a16:creationId xmlns:a16="http://schemas.microsoft.com/office/drawing/2014/main" id="{136C4CDB-F8B1-8A24-2A3B-467AE9FFB32E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7862230" y="4390136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</a:t>
            </a:r>
            <a:r>
              <a:rPr lang="es-ES" dirty="0"/>
              <a:t> 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3" name="Google Shape;187;p61">
            <a:extLst>
              <a:ext uri="{FF2B5EF4-FFF2-40B4-BE49-F238E27FC236}">
                <a16:creationId xmlns:a16="http://schemas.microsoft.com/office/drawing/2014/main" id="{664CE611-40DD-C616-D87E-4ADDAFA253F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275796" y="4390137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 marL="188913" indent="-315913">
              <a:buSzPct val="200000"/>
              <a:defRPr sz="1400"/>
            </a:lvl1pPr>
          </a:lstStyle>
          <a:p>
            <a:endParaRPr lang="en-US" dirty="0"/>
          </a:p>
        </p:txBody>
      </p:sp>
      <p:sp>
        <p:nvSpPr>
          <p:cNvPr id="14" name="Google Shape;133;p55">
            <a:extLst>
              <a:ext uri="{FF2B5EF4-FFF2-40B4-BE49-F238E27FC236}">
                <a16:creationId xmlns:a16="http://schemas.microsoft.com/office/drawing/2014/main" id="{C22F364D-6F29-208B-84CB-53D7606F2A12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7862230" y="2600914"/>
            <a:ext cx="3942813" cy="129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Option </a:t>
            </a:r>
            <a:r>
              <a:rPr lang="es-ES" dirty="0"/>
              <a:t>3 – USD 00.00</a:t>
            </a:r>
          </a:p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  <a:endParaRPr dirty="0"/>
          </a:p>
        </p:txBody>
      </p:sp>
      <p:sp>
        <p:nvSpPr>
          <p:cNvPr id="15" name="Google Shape;187;p61">
            <a:extLst>
              <a:ext uri="{FF2B5EF4-FFF2-40B4-BE49-F238E27FC236}">
                <a16:creationId xmlns:a16="http://schemas.microsoft.com/office/drawing/2014/main" id="{5E239846-B0BC-ACC5-9A5D-18B41EFAAC99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275796" y="2600914"/>
            <a:ext cx="1296809" cy="1296725"/>
          </a:xfrm>
          <a:prstGeom prst="round2SameRect">
            <a:avLst>
              <a:gd name="adj1" fmla="val 13046"/>
              <a:gd name="adj2" fmla="val 13432"/>
            </a:avLst>
          </a:prstGeom>
          <a:solidFill>
            <a:srgbClr val="7F7F7F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>
            <a:lvl1pPr marL="188913" indent="-315913">
              <a:buSzPct val="200000"/>
              <a:defRPr sz="1400"/>
            </a:lvl1pPr>
          </a:lstStyle>
          <a:p>
            <a:endParaRPr lang="en-US" dirty="0"/>
          </a:p>
        </p:txBody>
      </p:sp>
      <p:cxnSp>
        <p:nvCxnSpPr>
          <p:cNvPr id="5" name="Google Shape;139;p55">
            <a:extLst>
              <a:ext uri="{FF2B5EF4-FFF2-40B4-BE49-F238E27FC236}">
                <a16:creationId xmlns:a16="http://schemas.microsoft.com/office/drawing/2014/main" id="{6441D5A1-18AC-D16D-D22E-1BEA0613052D}"/>
              </a:ext>
            </a:extLst>
          </p:cNvPr>
          <p:cNvCxnSpPr>
            <a:cxnSpLocks/>
          </p:cNvCxnSpPr>
          <p:nvPr userDrawn="1"/>
        </p:nvCxnSpPr>
        <p:spPr>
          <a:xfrm>
            <a:off x="397" y="236956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33;p55">
            <a:extLst>
              <a:ext uri="{FF2B5EF4-FFF2-40B4-BE49-F238E27FC236}">
                <a16:creationId xmlns:a16="http://schemas.microsoft.com/office/drawing/2014/main" id="{B3DE0CDB-BD16-9EDB-01F6-9DE83B4EF03F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130640" y="1037772"/>
            <a:ext cx="5785565" cy="107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2286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lang="es-E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endParaRPr dirty="0"/>
          </a:p>
        </p:txBody>
      </p:sp>
      <p:sp>
        <p:nvSpPr>
          <p:cNvPr id="6" name="Google Shape;145;p57">
            <a:extLst>
              <a:ext uri="{FF2B5EF4-FFF2-40B4-BE49-F238E27FC236}">
                <a16:creationId xmlns:a16="http://schemas.microsoft.com/office/drawing/2014/main" id="{7B0116C3-1042-E196-A295-889584C916C8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3" y="204332"/>
            <a:ext cx="3604217" cy="612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Pricing</a:t>
            </a:r>
          </a:p>
        </p:txBody>
      </p:sp>
    </p:spTree>
    <p:extLst>
      <p:ext uri="{BB962C8B-B14F-4D97-AF65-F5344CB8AC3E}">
        <p14:creationId xmlns:p14="http://schemas.microsoft.com/office/powerpoint/2010/main" val="20150714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271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45;p57">
            <a:extLst>
              <a:ext uri="{FF2B5EF4-FFF2-40B4-BE49-F238E27FC236}">
                <a16:creationId xmlns:a16="http://schemas.microsoft.com/office/drawing/2014/main" id="{DF40899C-9C6A-5339-7CA3-8CDF05A5857C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+mj-lt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Maps / Flags </a:t>
            </a:r>
            <a:r>
              <a:rPr lang="es-ES" dirty="0"/>
              <a:t>&amp; Data</a:t>
            </a:r>
            <a:endParaRPr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F133AB-3A37-9DA8-6062-6129D726B8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73392" y="1304925"/>
            <a:ext cx="8226960" cy="422989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0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89AC4D-D29F-1C6B-72C2-490C1FD14615}"/>
              </a:ext>
            </a:extLst>
          </p:cNvPr>
          <p:cNvSpPr/>
          <p:nvPr userDrawn="1"/>
        </p:nvSpPr>
        <p:spPr>
          <a:xfrm>
            <a:off x="363085" y="1337945"/>
            <a:ext cx="1610306" cy="40821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8604F2D-A954-E11B-C66F-787E1AB86C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8966" y="1382486"/>
            <a:ext cx="331281" cy="319132"/>
          </a:xfrm>
          <a:prstGeom prst="ellipse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Google Shape;272;p71">
            <a:extLst>
              <a:ext uri="{FF2B5EF4-FFF2-40B4-BE49-F238E27FC236}">
                <a16:creationId xmlns:a16="http://schemas.microsoft.com/office/drawing/2014/main" id="{C08D155B-8494-BBFE-F632-9AEE6DEFA3FF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651976" y="1300171"/>
            <a:ext cx="1176944" cy="319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00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Country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8707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chemeClr val="bg2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9" name="Google Shape;269;p71"/>
          <p:cNvSpPr>
            <a:spLocks noGrp="1"/>
          </p:cNvSpPr>
          <p:nvPr>
            <p:ph type="pic" idx="3"/>
          </p:nvPr>
        </p:nvSpPr>
        <p:spPr>
          <a:xfrm>
            <a:off x="5294657" y="2237047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41300" indent="-368300">
              <a:buSzPct val="200000"/>
              <a:defRPr sz="1400"/>
            </a:lvl1pPr>
          </a:lstStyle>
          <a:p>
            <a:endParaRPr lang="en-US" dirty="0"/>
          </a:p>
        </p:txBody>
      </p: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1352242" y="2237047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41300" indent="-368300">
              <a:buSzPct val="200000"/>
              <a:defRPr sz="1400"/>
            </a:lvl1pPr>
          </a:lstStyle>
          <a:p>
            <a:endParaRPr lang="en-US" dirty="0"/>
          </a:p>
        </p:txBody>
      </p:sp>
      <p:sp>
        <p:nvSpPr>
          <p:cNvPr id="271" name="Google Shape;271;p71"/>
          <p:cNvSpPr>
            <a:spLocks noGrp="1"/>
          </p:cNvSpPr>
          <p:nvPr>
            <p:ph type="pic" idx="5"/>
          </p:nvPr>
        </p:nvSpPr>
        <p:spPr>
          <a:xfrm>
            <a:off x="9219610" y="2237047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41300" indent="-368300">
              <a:buSzPct val="200000"/>
              <a:defRPr sz="1400"/>
            </a:lvl1pPr>
          </a:lstStyle>
          <a:p>
            <a:endParaRPr lang="en-US" dirty="0"/>
          </a:p>
        </p:txBody>
      </p:sp>
      <p:sp>
        <p:nvSpPr>
          <p:cNvPr id="272" name="Google Shape;272;p71"/>
          <p:cNvSpPr txBox="1">
            <a:spLocks noGrp="1"/>
          </p:cNvSpPr>
          <p:nvPr>
            <p:ph type="body" idx="6"/>
          </p:nvPr>
        </p:nvSpPr>
        <p:spPr>
          <a:xfrm>
            <a:off x="503497" y="3989945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3" name="Google Shape;273;p71"/>
          <p:cNvSpPr txBox="1">
            <a:spLocks noGrp="1"/>
          </p:cNvSpPr>
          <p:nvPr>
            <p:ph type="body" idx="7"/>
          </p:nvPr>
        </p:nvSpPr>
        <p:spPr>
          <a:xfrm>
            <a:off x="503498" y="429461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4" name="Google Shape;274;p71"/>
          <p:cNvSpPr txBox="1">
            <a:spLocks noGrp="1"/>
          </p:cNvSpPr>
          <p:nvPr>
            <p:ph type="body" idx="8"/>
          </p:nvPr>
        </p:nvSpPr>
        <p:spPr>
          <a:xfrm>
            <a:off x="4447505" y="3989945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5" name="Google Shape;275;p71"/>
          <p:cNvSpPr txBox="1">
            <a:spLocks noGrp="1"/>
          </p:cNvSpPr>
          <p:nvPr>
            <p:ph type="body" idx="9"/>
          </p:nvPr>
        </p:nvSpPr>
        <p:spPr>
          <a:xfrm>
            <a:off x="4447506" y="429461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71"/>
          <p:cNvSpPr txBox="1">
            <a:spLocks noGrp="1"/>
          </p:cNvSpPr>
          <p:nvPr>
            <p:ph type="body" idx="13"/>
          </p:nvPr>
        </p:nvSpPr>
        <p:spPr>
          <a:xfrm>
            <a:off x="8390719" y="3989945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7" name="Google Shape;277;p71"/>
          <p:cNvSpPr txBox="1">
            <a:spLocks noGrp="1"/>
          </p:cNvSpPr>
          <p:nvPr>
            <p:ph type="body" idx="14"/>
          </p:nvPr>
        </p:nvSpPr>
        <p:spPr>
          <a:xfrm>
            <a:off x="8390720" y="429461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30;p32">
            <a:extLst>
              <a:ext uri="{FF2B5EF4-FFF2-40B4-BE49-F238E27FC236}">
                <a16:creationId xmlns:a16="http://schemas.microsoft.com/office/drawing/2014/main" id="{478CE9A9-5E89-4C90-03F3-A14E39FB386D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0;p39">
            <a:extLst>
              <a:ext uri="{FF2B5EF4-FFF2-40B4-BE49-F238E27FC236}">
                <a16:creationId xmlns:a16="http://schemas.microsoft.com/office/drawing/2014/main" id="{8BFACF02-B91C-2B22-C702-34695AB1C906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92608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rgbClr val="044B4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370706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" name="Google Shape;30;p32">
            <a:extLst>
              <a:ext uri="{FF2B5EF4-FFF2-40B4-BE49-F238E27FC236}">
                <a16:creationId xmlns:a16="http://schemas.microsoft.com/office/drawing/2014/main" id="{A27EC6C5-6947-3AF8-2441-58BC8F9BF6EF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70;p71">
            <a:extLst>
              <a:ext uri="{FF2B5EF4-FFF2-40B4-BE49-F238E27FC236}">
                <a16:creationId xmlns:a16="http://schemas.microsoft.com/office/drawing/2014/main" id="{8C233F91-F96B-7E50-90F5-9C8BF279A03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74336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7" name="Google Shape;270;p71">
            <a:extLst>
              <a:ext uri="{FF2B5EF4-FFF2-40B4-BE49-F238E27FC236}">
                <a16:creationId xmlns:a16="http://schemas.microsoft.com/office/drawing/2014/main" id="{B3001676-F66E-0548-5CA7-E684B23F68B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96055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0" name="Google Shape;270;p71">
            <a:extLst>
              <a:ext uri="{FF2B5EF4-FFF2-40B4-BE49-F238E27FC236}">
                <a16:creationId xmlns:a16="http://schemas.microsoft.com/office/drawing/2014/main" id="{BEAA003C-120E-EBDB-5879-05C3D13781E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299685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3" name="Google Shape;270;p71">
            <a:extLst>
              <a:ext uri="{FF2B5EF4-FFF2-40B4-BE49-F238E27FC236}">
                <a16:creationId xmlns:a16="http://schemas.microsoft.com/office/drawing/2014/main" id="{53D0BB00-A7BA-28F8-B655-A1C701F28876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39549" y="1818943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6" name="Google Shape;270;p71">
            <a:extLst>
              <a:ext uri="{FF2B5EF4-FFF2-40B4-BE49-F238E27FC236}">
                <a16:creationId xmlns:a16="http://schemas.microsoft.com/office/drawing/2014/main" id="{375A9155-DB72-5237-B92D-DF349F802B00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243179" y="3978789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9" name="Google Shape;50;p39">
            <a:extLst>
              <a:ext uri="{FF2B5EF4-FFF2-40B4-BE49-F238E27FC236}">
                <a16:creationId xmlns:a16="http://schemas.microsoft.com/office/drawing/2014/main" id="{A7559F73-CBD9-B142-C69C-C3EC9F0A1A0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185677" y="188552"/>
            <a:ext cx="1162835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272;p71">
            <a:extLst>
              <a:ext uri="{FF2B5EF4-FFF2-40B4-BE49-F238E27FC236}">
                <a16:creationId xmlns:a16="http://schemas.microsoft.com/office/drawing/2014/main" id="{3048DDBF-DE36-7C59-E631-AF58F917A9F4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2180574" y="2035235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273;p71">
            <a:extLst>
              <a:ext uri="{FF2B5EF4-FFF2-40B4-BE49-F238E27FC236}">
                <a16:creationId xmlns:a16="http://schemas.microsoft.com/office/drawing/2014/main" id="{A8D70FBB-EBD8-48F8-39EF-2A9437501B28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2180574" y="2372131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72;p71">
            <a:extLst>
              <a:ext uri="{FF2B5EF4-FFF2-40B4-BE49-F238E27FC236}">
                <a16:creationId xmlns:a16="http://schemas.microsoft.com/office/drawing/2014/main" id="{4595EABA-C8A7-AC92-75D8-2489DCB08789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84204" y="4195082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73;p71">
            <a:extLst>
              <a:ext uri="{FF2B5EF4-FFF2-40B4-BE49-F238E27FC236}">
                <a16:creationId xmlns:a16="http://schemas.microsoft.com/office/drawing/2014/main" id="{E6A91C78-EDF4-DF62-7682-C9AD196FF727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184204" y="4531977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272;p71">
            <a:extLst>
              <a:ext uri="{FF2B5EF4-FFF2-40B4-BE49-F238E27FC236}">
                <a16:creationId xmlns:a16="http://schemas.microsoft.com/office/drawing/2014/main" id="{43CC3209-427C-DE2F-55B4-3E98CCD78345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105923" y="2035235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273;p71">
            <a:extLst>
              <a:ext uri="{FF2B5EF4-FFF2-40B4-BE49-F238E27FC236}">
                <a16:creationId xmlns:a16="http://schemas.microsoft.com/office/drawing/2014/main" id="{5935F8DB-82BB-8D9A-69DF-6BF9436A8419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05922" y="2372131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72;p71">
            <a:extLst>
              <a:ext uri="{FF2B5EF4-FFF2-40B4-BE49-F238E27FC236}">
                <a16:creationId xmlns:a16="http://schemas.microsoft.com/office/drawing/2014/main" id="{4B143740-F624-5949-FC59-2F7391E60E4C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109553" y="4195082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273;p71">
            <a:extLst>
              <a:ext uri="{FF2B5EF4-FFF2-40B4-BE49-F238E27FC236}">
                <a16:creationId xmlns:a16="http://schemas.microsoft.com/office/drawing/2014/main" id="{FF11F730-C29F-E641-01F2-0C3C0829F47E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109553" y="4531977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272;p71">
            <a:extLst>
              <a:ext uri="{FF2B5EF4-FFF2-40B4-BE49-F238E27FC236}">
                <a16:creationId xmlns:a16="http://schemas.microsoft.com/office/drawing/2014/main" id="{DC287A88-AD10-D675-D5FB-82AE42B85628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0049417" y="2038743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273;p71">
            <a:extLst>
              <a:ext uri="{FF2B5EF4-FFF2-40B4-BE49-F238E27FC236}">
                <a16:creationId xmlns:a16="http://schemas.microsoft.com/office/drawing/2014/main" id="{D9773917-BA47-F5CB-36A7-B6BA78168C08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0049417" y="2375638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DD8DDD12-4294-B824-BE3E-12DFB2A468FE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273;p71">
            <a:extLst>
              <a:ext uri="{FF2B5EF4-FFF2-40B4-BE49-F238E27FC236}">
                <a16:creationId xmlns:a16="http://schemas.microsoft.com/office/drawing/2014/main" id="{84E0D5EF-EDBD-59C7-D47F-07047533BF06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10053047" y="4535485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9862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rgbClr val="DB4D29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370706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" name="Google Shape;30;p32">
            <a:extLst>
              <a:ext uri="{FF2B5EF4-FFF2-40B4-BE49-F238E27FC236}">
                <a16:creationId xmlns:a16="http://schemas.microsoft.com/office/drawing/2014/main" id="{A27EC6C5-6947-3AF8-2441-58BC8F9BF6EF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70;p71">
            <a:extLst>
              <a:ext uri="{FF2B5EF4-FFF2-40B4-BE49-F238E27FC236}">
                <a16:creationId xmlns:a16="http://schemas.microsoft.com/office/drawing/2014/main" id="{8C233F91-F96B-7E50-90F5-9C8BF279A03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74336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7" name="Google Shape;270;p71">
            <a:extLst>
              <a:ext uri="{FF2B5EF4-FFF2-40B4-BE49-F238E27FC236}">
                <a16:creationId xmlns:a16="http://schemas.microsoft.com/office/drawing/2014/main" id="{B3001676-F66E-0548-5CA7-E684B23F68B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96055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0" name="Google Shape;270;p71">
            <a:extLst>
              <a:ext uri="{FF2B5EF4-FFF2-40B4-BE49-F238E27FC236}">
                <a16:creationId xmlns:a16="http://schemas.microsoft.com/office/drawing/2014/main" id="{BEAA003C-120E-EBDB-5879-05C3D13781E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299685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3" name="Google Shape;270;p71">
            <a:extLst>
              <a:ext uri="{FF2B5EF4-FFF2-40B4-BE49-F238E27FC236}">
                <a16:creationId xmlns:a16="http://schemas.microsoft.com/office/drawing/2014/main" id="{53D0BB00-A7BA-28F8-B655-A1C701F28876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39549" y="1818943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6" name="Google Shape;270;p71">
            <a:extLst>
              <a:ext uri="{FF2B5EF4-FFF2-40B4-BE49-F238E27FC236}">
                <a16:creationId xmlns:a16="http://schemas.microsoft.com/office/drawing/2014/main" id="{375A9155-DB72-5237-B92D-DF349F802B00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243179" y="3978789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9" name="Google Shape;50;p39">
            <a:extLst>
              <a:ext uri="{FF2B5EF4-FFF2-40B4-BE49-F238E27FC236}">
                <a16:creationId xmlns:a16="http://schemas.microsoft.com/office/drawing/2014/main" id="{A7559F73-CBD9-B142-C69C-C3EC9F0A1A0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185677" y="188552"/>
            <a:ext cx="1162835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272;p71">
            <a:extLst>
              <a:ext uri="{FF2B5EF4-FFF2-40B4-BE49-F238E27FC236}">
                <a16:creationId xmlns:a16="http://schemas.microsoft.com/office/drawing/2014/main" id="{AD46F23C-0B5C-450D-3935-2EF1C2C96711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2180574" y="2035235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273;p71">
            <a:extLst>
              <a:ext uri="{FF2B5EF4-FFF2-40B4-BE49-F238E27FC236}">
                <a16:creationId xmlns:a16="http://schemas.microsoft.com/office/drawing/2014/main" id="{7D33950A-CF4F-1C73-1B93-6E7AF6FF99EB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2180574" y="2372131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72;p71">
            <a:extLst>
              <a:ext uri="{FF2B5EF4-FFF2-40B4-BE49-F238E27FC236}">
                <a16:creationId xmlns:a16="http://schemas.microsoft.com/office/drawing/2014/main" id="{2812E13E-2EAF-6EF6-C12D-089E84C69AE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84204" y="4195082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73;p71">
            <a:extLst>
              <a:ext uri="{FF2B5EF4-FFF2-40B4-BE49-F238E27FC236}">
                <a16:creationId xmlns:a16="http://schemas.microsoft.com/office/drawing/2014/main" id="{FC851879-7D8E-8630-33EC-471D2762146E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184204" y="4531977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272;p71">
            <a:extLst>
              <a:ext uri="{FF2B5EF4-FFF2-40B4-BE49-F238E27FC236}">
                <a16:creationId xmlns:a16="http://schemas.microsoft.com/office/drawing/2014/main" id="{77C33147-DBCF-C4EC-4BB0-8334D519C7E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105923" y="2035235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273;p71">
            <a:extLst>
              <a:ext uri="{FF2B5EF4-FFF2-40B4-BE49-F238E27FC236}">
                <a16:creationId xmlns:a16="http://schemas.microsoft.com/office/drawing/2014/main" id="{074DC67E-6E74-4057-FBBF-B39DEEDBAA16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05922" y="2372131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72;p71">
            <a:extLst>
              <a:ext uri="{FF2B5EF4-FFF2-40B4-BE49-F238E27FC236}">
                <a16:creationId xmlns:a16="http://schemas.microsoft.com/office/drawing/2014/main" id="{31681EB4-73DC-EA57-D539-1AAB48A98E24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109553" y="4195082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273;p71">
            <a:extLst>
              <a:ext uri="{FF2B5EF4-FFF2-40B4-BE49-F238E27FC236}">
                <a16:creationId xmlns:a16="http://schemas.microsoft.com/office/drawing/2014/main" id="{9BC830A9-9433-672C-52A1-0200B921D516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109553" y="4531977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272;p71">
            <a:extLst>
              <a:ext uri="{FF2B5EF4-FFF2-40B4-BE49-F238E27FC236}">
                <a16:creationId xmlns:a16="http://schemas.microsoft.com/office/drawing/2014/main" id="{19B15183-6687-A844-2E74-D93384515449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0049417" y="2038743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273;p71">
            <a:extLst>
              <a:ext uri="{FF2B5EF4-FFF2-40B4-BE49-F238E27FC236}">
                <a16:creationId xmlns:a16="http://schemas.microsoft.com/office/drawing/2014/main" id="{3C8C9E6D-98D1-F037-605F-EF9365E7AFFA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0049417" y="2375638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14262FCD-C2F1-401A-6572-79C2016C8E24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273;p71">
            <a:extLst>
              <a:ext uri="{FF2B5EF4-FFF2-40B4-BE49-F238E27FC236}">
                <a16:creationId xmlns:a16="http://schemas.microsoft.com/office/drawing/2014/main" id="{5126FB58-0CA2-3519-9FB9-7DA326BE5509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10053047" y="4535485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34179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rgbClr val="A8364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370706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" name="Google Shape;30;p32">
            <a:extLst>
              <a:ext uri="{FF2B5EF4-FFF2-40B4-BE49-F238E27FC236}">
                <a16:creationId xmlns:a16="http://schemas.microsoft.com/office/drawing/2014/main" id="{A27EC6C5-6947-3AF8-2441-58BC8F9BF6EF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70;p71">
            <a:extLst>
              <a:ext uri="{FF2B5EF4-FFF2-40B4-BE49-F238E27FC236}">
                <a16:creationId xmlns:a16="http://schemas.microsoft.com/office/drawing/2014/main" id="{8C233F91-F96B-7E50-90F5-9C8BF279A03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74336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7" name="Google Shape;270;p71">
            <a:extLst>
              <a:ext uri="{FF2B5EF4-FFF2-40B4-BE49-F238E27FC236}">
                <a16:creationId xmlns:a16="http://schemas.microsoft.com/office/drawing/2014/main" id="{B3001676-F66E-0548-5CA7-E684B23F68B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96055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0" name="Google Shape;270;p71">
            <a:extLst>
              <a:ext uri="{FF2B5EF4-FFF2-40B4-BE49-F238E27FC236}">
                <a16:creationId xmlns:a16="http://schemas.microsoft.com/office/drawing/2014/main" id="{BEAA003C-120E-EBDB-5879-05C3D13781E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299685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3" name="Google Shape;270;p71">
            <a:extLst>
              <a:ext uri="{FF2B5EF4-FFF2-40B4-BE49-F238E27FC236}">
                <a16:creationId xmlns:a16="http://schemas.microsoft.com/office/drawing/2014/main" id="{53D0BB00-A7BA-28F8-B655-A1C701F28876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39549" y="1818943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6" name="Google Shape;270;p71">
            <a:extLst>
              <a:ext uri="{FF2B5EF4-FFF2-40B4-BE49-F238E27FC236}">
                <a16:creationId xmlns:a16="http://schemas.microsoft.com/office/drawing/2014/main" id="{375A9155-DB72-5237-B92D-DF349F802B00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243179" y="3978789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9" name="Google Shape;50;p39">
            <a:extLst>
              <a:ext uri="{FF2B5EF4-FFF2-40B4-BE49-F238E27FC236}">
                <a16:creationId xmlns:a16="http://schemas.microsoft.com/office/drawing/2014/main" id="{A7559F73-CBD9-B142-C69C-C3EC9F0A1A0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185677" y="188552"/>
            <a:ext cx="1162835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272;p71">
            <a:extLst>
              <a:ext uri="{FF2B5EF4-FFF2-40B4-BE49-F238E27FC236}">
                <a16:creationId xmlns:a16="http://schemas.microsoft.com/office/drawing/2014/main" id="{20C6EECD-C7AD-43A6-F49C-780359401D11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2180574" y="2035235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273;p71">
            <a:extLst>
              <a:ext uri="{FF2B5EF4-FFF2-40B4-BE49-F238E27FC236}">
                <a16:creationId xmlns:a16="http://schemas.microsoft.com/office/drawing/2014/main" id="{36106C30-6E0F-1CBF-4E51-BDD5E3B5B582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2180574" y="2372131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72;p71">
            <a:extLst>
              <a:ext uri="{FF2B5EF4-FFF2-40B4-BE49-F238E27FC236}">
                <a16:creationId xmlns:a16="http://schemas.microsoft.com/office/drawing/2014/main" id="{365C7116-AE1D-A282-5995-231134A32AE9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84204" y="4195082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73;p71">
            <a:extLst>
              <a:ext uri="{FF2B5EF4-FFF2-40B4-BE49-F238E27FC236}">
                <a16:creationId xmlns:a16="http://schemas.microsoft.com/office/drawing/2014/main" id="{1EAD7FF3-F495-7118-0F73-389E8F81C5C3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184204" y="4531977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272;p71">
            <a:extLst>
              <a:ext uri="{FF2B5EF4-FFF2-40B4-BE49-F238E27FC236}">
                <a16:creationId xmlns:a16="http://schemas.microsoft.com/office/drawing/2014/main" id="{C3F3B811-D88A-FFB9-69C1-95B46383CD21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105923" y="2035235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273;p71">
            <a:extLst>
              <a:ext uri="{FF2B5EF4-FFF2-40B4-BE49-F238E27FC236}">
                <a16:creationId xmlns:a16="http://schemas.microsoft.com/office/drawing/2014/main" id="{043914D8-D2FD-3A69-643D-EA1FDB7030FA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05922" y="2372131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72;p71">
            <a:extLst>
              <a:ext uri="{FF2B5EF4-FFF2-40B4-BE49-F238E27FC236}">
                <a16:creationId xmlns:a16="http://schemas.microsoft.com/office/drawing/2014/main" id="{07CB768B-1B3B-F4B5-5092-BA3A02106425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109553" y="4195082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273;p71">
            <a:extLst>
              <a:ext uri="{FF2B5EF4-FFF2-40B4-BE49-F238E27FC236}">
                <a16:creationId xmlns:a16="http://schemas.microsoft.com/office/drawing/2014/main" id="{38EDF6CC-15ED-18F9-B776-12BC14DFEF0A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109553" y="4531977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272;p71">
            <a:extLst>
              <a:ext uri="{FF2B5EF4-FFF2-40B4-BE49-F238E27FC236}">
                <a16:creationId xmlns:a16="http://schemas.microsoft.com/office/drawing/2014/main" id="{450E178C-41A7-7AF1-3EC5-D5DCAC8B9FBF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0049417" y="2038743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273;p71">
            <a:extLst>
              <a:ext uri="{FF2B5EF4-FFF2-40B4-BE49-F238E27FC236}">
                <a16:creationId xmlns:a16="http://schemas.microsoft.com/office/drawing/2014/main" id="{A112CBC7-DA8F-9484-901F-A4D9486B7233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0049417" y="2375638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78761F83-2AF0-3504-CC41-FAEAF5EC933C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273;p71">
            <a:extLst>
              <a:ext uri="{FF2B5EF4-FFF2-40B4-BE49-F238E27FC236}">
                <a16:creationId xmlns:a16="http://schemas.microsoft.com/office/drawing/2014/main" id="{8B117184-C7A8-8201-A6F4-B24EC6D8358A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10053047" y="4535485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65730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rgbClr val="C4B5F2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370706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4" name="Google Shape;270;p71">
            <a:extLst>
              <a:ext uri="{FF2B5EF4-FFF2-40B4-BE49-F238E27FC236}">
                <a16:creationId xmlns:a16="http://schemas.microsoft.com/office/drawing/2014/main" id="{8C233F91-F96B-7E50-90F5-9C8BF279A03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74336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7" name="Google Shape;270;p71">
            <a:extLst>
              <a:ext uri="{FF2B5EF4-FFF2-40B4-BE49-F238E27FC236}">
                <a16:creationId xmlns:a16="http://schemas.microsoft.com/office/drawing/2014/main" id="{B3001676-F66E-0548-5CA7-E684B23F68B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96055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0" name="Google Shape;270;p71">
            <a:extLst>
              <a:ext uri="{FF2B5EF4-FFF2-40B4-BE49-F238E27FC236}">
                <a16:creationId xmlns:a16="http://schemas.microsoft.com/office/drawing/2014/main" id="{BEAA003C-120E-EBDB-5879-05C3D13781E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299685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3" name="Google Shape;270;p71">
            <a:extLst>
              <a:ext uri="{FF2B5EF4-FFF2-40B4-BE49-F238E27FC236}">
                <a16:creationId xmlns:a16="http://schemas.microsoft.com/office/drawing/2014/main" id="{53D0BB00-A7BA-28F8-B655-A1C701F28876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39549" y="1818943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6" name="Google Shape;270;p71">
            <a:extLst>
              <a:ext uri="{FF2B5EF4-FFF2-40B4-BE49-F238E27FC236}">
                <a16:creationId xmlns:a16="http://schemas.microsoft.com/office/drawing/2014/main" id="{375A9155-DB72-5237-B92D-DF349F802B00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243179" y="3978789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9" name="Google Shape;50;p39">
            <a:extLst>
              <a:ext uri="{FF2B5EF4-FFF2-40B4-BE49-F238E27FC236}">
                <a16:creationId xmlns:a16="http://schemas.microsoft.com/office/drawing/2014/main" id="{A7559F73-CBD9-B142-C69C-C3EC9F0A1A0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185677" y="188552"/>
            <a:ext cx="1162835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tx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264;p71">
            <a:extLst>
              <a:ext uri="{FF2B5EF4-FFF2-40B4-BE49-F238E27FC236}">
                <a16:creationId xmlns:a16="http://schemas.microsoft.com/office/drawing/2014/main" id="{B47CB8B6-18CA-7169-662C-32B8474C22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cxnSp>
        <p:nvCxnSpPr>
          <p:cNvPr id="3" name="Google Shape;266;p71">
            <a:extLst>
              <a:ext uri="{FF2B5EF4-FFF2-40B4-BE49-F238E27FC236}">
                <a16:creationId xmlns:a16="http://schemas.microsoft.com/office/drawing/2014/main" id="{4CFA9DE9-5274-6BDE-4020-49DDAC89087D}"/>
              </a:ext>
            </a:extLst>
          </p:cNvPr>
          <p:cNvCxnSpPr/>
          <p:nvPr userDrawn="1"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278;p71">
            <a:extLst>
              <a:ext uri="{FF2B5EF4-FFF2-40B4-BE49-F238E27FC236}">
                <a16:creationId xmlns:a16="http://schemas.microsoft.com/office/drawing/2014/main" id="{0780E345-21EE-064B-D530-38B51A403C9B}"/>
              </a:ext>
            </a:extLst>
          </p:cNvPr>
          <p:cNvCxnSpPr/>
          <p:nvPr userDrawn="1"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30;p32">
            <a:extLst>
              <a:ext uri="{FF2B5EF4-FFF2-40B4-BE49-F238E27FC236}">
                <a16:creationId xmlns:a16="http://schemas.microsoft.com/office/drawing/2014/main" id="{BB8C54FD-DFEE-5F01-6DB5-40F0D4F28576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2;p71">
            <a:extLst>
              <a:ext uri="{FF2B5EF4-FFF2-40B4-BE49-F238E27FC236}">
                <a16:creationId xmlns:a16="http://schemas.microsoft.com/office/drawing/2014/main" id="{A9D36E2A-E453-023B-5EC4-38C624835241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2180574" y="2035235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273;p71">
            <a:extLst>
              <a:ext uri="{FF2B5EF4-FFF2-40B4-BE49-F238E27FC236}">
                <a16:creationId xmlns:a16="http://schemas.microsoft.com/office/drawing/2014/main" id="{377F7C80-B1E1-79E8-3901-427EE2D4AC2B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2180574" y="2372131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72;p71">
            <a:extLst>
              <a:ext uri="{FF2B5EF4-FFF2-40B4-BE49-F238E27FC236}">
                <a16:creationId xmlns:a16="http://schemas.microsoft.com/office/drawing/2014/main" id="{6B72FB22-FE60-9C10-97CB-62E8274C7B97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84204" y="4195082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273;p71">
            <a:extLst>
              <a:ext uri="{FF2B5EF4-FFF2-40B4-BE49-F238E27FC236}">
                <a16:creationId xmlns:a16="http://schemas.microsoft.com/office/drawing/2014/main" id="{033653AE-DA56-D003-3F8E-181F6FAFE9AA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184204" y="4531977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272;p71">
            <a:extLst>
              <a:ext uri="{FF2B5EF4-FFF2-40B4-BE49-F238E27FC236}">
                <a16:creationId xmlns:a16="http://schemas.microsoft.com/office/drawing/2014/main" id="{E53E4335-ED07-767D-A290-4FC54EB37DB8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105923" y="2035235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273;p71">
            <a:extLst>
              <a:ext uri="{FF2B5EF4-FFF2-40B4-BE49-F238E27FC236}">
                <a16:creationId xmlns:a16="http://schemas.microsoft.com/office/drawing/2014/main" id="{0B848029-1285-BF3E-E3FC-F2A74494ED34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05922" y="2372131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2" name="Google Shape;272;p71">
            <a:extLst>
              <a:ext uri="{FF2B5EF4-FFF2-40B4-BE49-F238E27FC236}">
                <a16:creationId xmlns:a16="http://schemas.microsoft.com/office/drawing/2014/main" id="{F2DE1CCC-930E-ABA3-156B-9E5A4406A605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109553" y="4195082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73;p71">
            <a:extLst>
              <a:ext uri="{FF2B5EF4-FFF2-40B4-BE49-F238E27FC236}">
                <a16:creationId xmlns:a16="http://schemas.microsoft.com/office/drawing/2014/main" id="{5195C548-9D6F-1420-BCFB-F3821987C750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109553" y="4531977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272;p71">
            <a:extLst>
              <a:ext uri="{FF2B5EF4-FFF2-40B4-BE49-F238E27FC236}">
                <a16:creationId xmlns:a16="http://schemas.microsoft.com/office/drawing/2014/main" id="{3E298AED-6D09-178A-7055-BAF6A733B586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0049417" y="2038743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273;p71">
            <a:extLst>
              <a:ext uri="{FF2B5EF4-FFF2-40B4-BE49-F238E27FC236}">
                <a16:creationId xmlns:a16="http://schemas.microsoft.com/office/drawing/2014/main" id="{2965DC1F-53FE-756F-7773-7BC98BD792B4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0049417" y="2375638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Google Shape;272;p71">
            <a:extLst>
              <a:ext uri="{FF2B5EF4-FFF2-40B4-BE49-F238E27FC236}">
                <a16:creationId xmlns:a16="http://schemas.microsoft.com/office/drawing/2014/main" id="{759FBAEC-C16A-D70D-FC90-5A579C8682E5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3" name="Google Shape;273;p71">
            <a:extLst>
              <a:ext uri="{FF2B5EF4-FFF2-40B4-BE49-F238E27FC236}">
                <a16:creationId xmlns:a16="http://schemas.microsoft.com/office/drawing/2014/main" id="{9B04486D-3602-B3D5-BA93-A4D42E6C563A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10053047" y="4535485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57140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rgbClr val="D9F06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370706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270;p71">
            <a:extLst>
              <a:ext uri="{FF2B5EF4-FFF2-40B4-BE49-F238E27FC236}">
                <a16:creationId xmlns:a16="http://schemas.microsoft.com/office/drawing/2014/main" id="{8C233F91-F96B-7E50-90F5-9C8BF279A03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74336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7" name="Google Shape;270;p71">
            <a:extLst>
              <a:ext uri="{FF2B5EF4-FFF2-40B4-BE49-F238E27FC236}">
                <a16:creationId xmlns:a16="http://schemas.microsoft.com/office/drawing/2014/main" id="{B3001676-F66E-0548-5CA7-E684B23F68B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96055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0" name="Google Shape;270;p71">
            <a:extLst>
              <a:ext uri="{FF2B5EF4-FFF2-40B4-BE49-F238E27FC236}">
                <a16:creationId xmlns:a16="http://schemas.microsoft.com/office/drawing/2014/main" id="{BEAA003C-120E-EBDB-5879-05C3D13781E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299685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3" name="Google Shape;270;p71">
            <a:extLst>
              <a:ext uri="{FF2B5EF4-FFF2-40B4-BE49-F238E27FC236}">
                <a16:creationId xmlns:a16="http://schemas.microsoft.com/office/drawing/2014/main" id="{53D0BB00-A7BA-28F8-B655-A1C701F28876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39549" y="1818943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6" name="Google Shape;270;p71">
            <a:extLst>
              <a:ext uri="{FF2B5EF4-FFF2-40B4-BE49-F238E27FC236}">
                <a16:creationId xmlns:a16="http://schemas.microsoft.com/office/drawing/2014/main" id="{375A9155-DB72-5237-B92D-DF349F802B00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243179" y="3978789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9" name="Google Shape;50;p39">
            <a:extLst>
              <a:ext uri="{FF2B5EF4-FFF2-40B4-BE49-F238E27FC236}">
                <a16:creationId xmlns:a16="http://schemas.microsoft.com/office/drawing/2014/main" id="{A7559F73-CBD9-B142-C69C-C3EC9F0A1A0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185677" y="188552"/>
            <a:ext cx="1162835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tx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9D6593EA-78E5-1C5A-AA50-6A644ED4E8E8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72;p71">
            <a:extLst>
              <a:ext uri="{FF2B5EF4-FFF2-40B4-BE49-F238E27FC236}">
                <a16:creationId xmlns:a16="http://schemas.microsoft.com/office/drawing/2014/main" id="{A5E1E2DB-F45F-8129-2048-E47F0DCE3D0D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2180574" y="2035235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73;p71">
            <a:extLst>
              <a:ext uri="{FF2B5EF4-FFF2-40B4-BE49-F238E27FC236}">
                <a16:creationId xmlns:a16="http://schemas.microsoft.com/office/drawing/2014/main" id="{13A98596-A9D0-5A78-C302-3C293E523494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2180574" y="2372131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72;p71">
            <a:extLst>
              <a:ext uri="{FF2B5EF4-FFF2-40B4-BE49-F238E27FC236}">
                <a16:creationId xmlns:a16="http://schemas.microsoft.com/office/drawing/2014/main" id="{1C4EF878-9CA3-170A-6950-A230F68946E5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84204" y="4195082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273;p71">
            <a:extLst>
              <a:ext uri="{FF2B5EF4-FFF2-40B4-BE49-F238E27FC236}">
                <a16:creationId xmlns:a16="http://schemas.microsoft.com/office/drawing/2014/main" id="{AEF277C2-E596-3F48-EA85-F64FF8D3E09C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184204" y="4531977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272;p71">
            <a:extLst>
              <a:ext uri="{FF2B5EF4-FFF2-40B4-BE49-F238E27FC236}">
                <a16:creationId xmlns:a16="http://schemas.microsoft.com/office/drawing/2014/main" id="{723B87A6-6462-727B-EA58-65AFAAD5859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105923" y="2035235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73;p71">
            <a:extLst>
              <a:ext uri="{FF2B5EF4-FFF2-40B4-BE49-F238E27FC236}">
                <a16:creationId xmlns:a16="http://schemas.microsoft.com/office/drawing/2014/main" id="{D91DFB77-92BB-D3B4-29C2-7D1B949C6299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05922" y="2372131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272;p71">
            <a:extLst>
              <a:ext uri="{FF2B5EF4-FFF2-40B4-BE49-F238E27FC236}">
                <a16:creationId xmlns:a16="http://schemas.microsoft.com/office/drawing/2014/main" id="{BB79BD97-AE91-1007-F0E5-4B61993B00D1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109553" y="4195082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273;p71">
            <a:extLst>
              <a:ext uri="{FF2B5EF4-FFF2-40B4-BE49-F238E27FC236}">
                <a16:creationId xmlns:a16="http://schemas.microsoft.com/office/drawing/2014/main" id="{1A6C6074-7727-64E3-7FF7-9EC867DFD4B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109553" y="4531977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272;p71">
            <a:extLst>
              <a:ext uri="{FF2B5EF4-FFF2-40B4-BE49-F238E27FC236}">
                <a16:creationId xmlns:a16="http://schemas.microsoft.com/office/drawing/2014/main" id="{837BC3E9-7DF7-CEAC-3FAA-634CFB892D4A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0049417" y="2038743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2" name="Google Shape;273;p71">
            <a:extLst>
              <a:ext uri="{FF2B5EF4-FFF2-40B4-BE49-F238E27FC236}">
                <a16:creationId xmlns:a16="http://schemas.microsoft.com/office/drawing/2014/main" id="{660F173C-91E8-484D-0A34-0AF2DF451173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0049417" y="2375638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5D8C4369-40EC-16D9-F481-45E2DED8EDE7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273;p71">
            <a:extLst>
              <a:ext uri="{FF2B5EF4-FFF2-40B4-BE49-F238E27FC236}">
                <a16:creationId xmlns:a16="http://schemas.microsoft.com/office/drawing/2014/main" id="{02F09F01-AE1D-150B-12AA-B6DDB047040C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10053047" y="4535485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69514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rgbClr val="3D8C63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370706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72" name="Google Shape;272;p71"/>
          <p:cNvSpPr txBox="1">
            <a:spLocks noGrp="1"/>
          </p:cNvSpPr>
          <p:nvPr>
            <p:ph type="body" idx="6"/>
          </p:nvPr>
        </p:nvSpPr>
        <p:spPr>
          <a:xfrm>
            <a:off x="2180574" y="2035235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3" name="Google Shape;273;p71"/>
          <p:cNvSpPr txBox="1">
            <a:spLocks noGrp="1"/>
          </p:cNvSpPr>
          <p:nvPr>
            <p:ph type="body" idx="7"/>
          </p:nvPr>
        </p:nvSpPr>
        <p:spPr>
          <a:xfrm>
            <a:off x="2180574" y="2372131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F0EBE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" name="Google Shape;30;p32">
            <a:extLst>
              <a:ext uri="{FF2B5EF4-FFF2-40B4-BE49-F238E27FC236}">
                <a16:creationId xmlns:a16="http://schemas.microsoft.com/office/drawing/2014/main" id="{A27EC6C5-6947-3AF8-2441-58BC8F9BF6EF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70;p71">
            <a:extLst>
              <a:ext uri="{FF2B5EF4-FFF2-40B4-BE49-F238E27FC236}">
                <a16:creationId xmlns:a16="http://schemas.microsoft.com/office/drawing/2014/main" id="{8C233F91-F96B-7E50-90F5-9C8BF279A03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74336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5" name="Google Shape;272;p71">
            <a:extLst>
              <a:ext uri="{FF2B5EF4-FFF2-40B4-BE49-F238E27FC236}">
                <a16:creationId xmlns:a16="http://schemas.microsoft.com/office/drawing/2014/main" id="{52796424-53E3-4665-B87D-CBD516667D60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84204" y="4195082"/>
            <a:ext cx="1751464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273;p71">
            <a:extLst>
              <a:ext uri="{FF2B5EF4-FFF2-40B4-BE49-F238E27FC236}">
                <a16:creationId xmlns:a16="http://schemas.microsoft.com/office/drawing/2014/main" id="{C3507FEB-3D53-3615-5FAF-D83747A1146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184204" y="4531977"/>
            <a:ext cx="1751464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270;p71">
            <a:extLst>
              <a:ext uri="{FF2B5EF4-FFF2-40B4-BE49-F238E27FC236}">
                <a16:creationId xmlns:a16="http://schemas.microsoft.com/office/drawing/2014/main" id="{B3001676-F66E-0548-5CA7-E684B23F68B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296055" y="1815435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18" name="Google Shape;272;p71">
            <a:extLst>
              <a:ext uri="{FF2B5EF4-FFF2-40B4-BE49-F238E27FC236}">
                <a16:creationId xmlns:a16="http://schemas.microsoft.com/office/drawing/2014/main" id="{FE9626DA-0699-44A5-2C08-B7D27933DB5D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105923" y="2035235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9" name="Google Shape;273;p71">
            <a:extLst>
              <a:ext uri="{FF2B5EF4-FFF2-40B4-BE49-F238E27FC236}">
                <a16:creationId xmlns:a16="http://schemas.microsoft.com/office/drawing/2014/main" id="{73770445-78A9-2EE2-F673-6ACD552C2B1E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105922" y="2372131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Google Shape;270;p71">
            <a:extLst>
              <a:ext uri="{FF2B5EF4-FFF2-40B4-BE49-F238E27FC236}">
                <a16:creationId xmlns:a16="http://schemas.microsoft.com/office/drawing/2014/main" id="{BEAA003C-120E-EBDB-5879-05C3D13781E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299685" y="3975282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1" name="Google Shape;272;p71">
            <a:extLst>
              <a:ext uri="{FF2B5EF4-FFF2-40B4-BE49-F238E27FC236}">
                <a16:creationId xmlns:a16="http://schemas.microsoft.com/office/drawing/2014/main" id="{6301849F-D213-BA0C-CF62-14596142B380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109553" y="4195082"/>
            <a:ext cx="176892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2" name="Google Shape;273;p71">
            <a:extLst>
              <a:ext uri="{FF2B5EF4-FFF2-40B4-BE49-F238E27FC236}">
                <a16:creationId xmlns:a16="http://schemas.microsoft.com/office/drawing/2014/main" id="{B42488AB-5C30-3789-6161-7BB95FE9E5E5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109553" y="4531977"/>
            <a:ext cx="1768929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3" name="Google Shape;270;p71">
            <a:extLst>
              <a:ext uri="{FF2B5EF4-FFF2-40B4-BE49-F238E27FC236}">
                <a16:creationId xmlns:a16="http://schemas.microsoft.com/office/drawing/2014/main" id="{53D0BB00-A7BA-28F8-B655-A1C701F28876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39549" y="1818943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4" name="Google Shape;272;p71">
            <a:extLst>
              <a:ext uri="{FF2B5EF4-FFF2-40B4-BE49-F238E27FC236}">
                <a16:creationId xmlns:a16="http://schemas.microsoft.com/office/drawing/2014/main" id="{B9EEEB05-A34B-7E06-432E-29A124B8EE2C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0049417" y="2038743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73;p71">
            <a:extLst>
              <a:ext uri="{FF2B5EF4-FFF2-40B4-BE49-F238E27FC236}">
                <a16:creationId xmlns:a16="http://schemas.microsoft.com/office/drawing/2014/main" id="{2E9926DE-514F-3520-FF52-FE00F82DA8A6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0049417" y="2375638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6" name="Google Shape;270;p71">
            <a:extLst>
              <a:ext uri="{FF2B5EF4-FFF2-40B4-BE49-F238E27FC236}">
                <a16:creationId xmlns:a16="http://schemas.microsoft.com/office/drawing/2014/main" id="{375A9155-DB72-5237-B92D-DF349F802B00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8243179" y="3978789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90513" indent="-290513">
              <a:buSzPct val="150000"/>
              <a:defRPr sz="1800"/>
            </a:lvl1pPr>
          </a:lstStyle>
          <a:p>
            <a:endParaRPr lang="en-US" dirty="0"/>
          </a:p>
        </p:txBody>
      </p:sp>
      <p:sp>
        <p:nvSpPr>
          <p:cNvPr id="27" name="Google Shape;272;p71">
            <a:extLst>
              <a:ext uri="{FF2B5EF4-FFF2-40B4-BE49-F238E27FC236}">
                <a16:creationId xmlns:a16="http://schemas.microsoft.com/office/drawing/2014/main" id="{4042BB76-F49B-4200-F689-AEFBD01D3790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rgbClr val="F0EBE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" name="Google Shape;273;p71">
            <a:extLst>
              <a:ext uri="{FF2B5EF4-FFF2-40B4-BE49-F238E27FC236}">
                <a16:creationId xmlns:a16="http://schemas.microsoft.com/office/drawing/2014/main" id="{350E697B-009E-5663-A9AF-27C8BD497194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10053047" y="4535485"/>
            <a:ext cx="1764617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rgbClr val="F0EBE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50;p39">
            <a:extLst>
              <a:ext uri="{FF2B5EF4-FFF2-40B4-BE49-F238E27FC236}">
                <a16:creationId xmlns:a16="http://schemas.microsoft.com/office/drawing/2014/main" id="{A7559F73-CBD9-B142-C69C-C3EC9F0A1A0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185677" y="188552"/>
            <a:ext cx="11628357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rgbClr val="F0EBE5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26811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271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45;p57">
            <a:extLst>
              <a:ext uri="{FF2B5EF4-FFF2-40B4-BE49-F238E27FC236}">
                <a16:creationId xmlns:a16="http://schemas.microsoft.com/office/drawing/2014/main" id="{DF40899C-9C6A-5339-7CA3-8CDF05A5857C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Infographics</a:t>
            </a:r>
            <a:r>
              <a:rPr lang="es-ES" dirty="0"/>
              <a:t> / Charts 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2031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2162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67;p59">
            <a:extLst>
              <a:ext uri="{FF2B5EF4-FFF2-40B4-BE49-F238E27FC236}">
                <a16:creationId xmlns:a16="http://schemas.microsoft.com/office/drawing/2014/main" id="{71185C25-CB0A-7075-6081-B83AF7F3BEE5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545420" y="1598676"/>
            <a:ext cx="3181080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29A572-7506-7F10-4785-357F25B74991}"/>
              </a:ext>
            </a:extLst>
          </p:cNvPr>
          <p:cNvCxnSpPr>
            <a:cxnSpLocks/>
          </p:cNvCxnSpPr>
          <p:nvPr userDrawn="1"/>
        </p:nvCxnSpPr>
        <p:spPr>
          <a:xfrm>
            <a:off x="3935669" y="930959"/>
            <a:ext cx="0" cy="499994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273;p71">
            <a:extLst>
              <a:ext uri="{FF2B5EF4-FFF2-40B4-BE49-F238E27FC236}">
                <a16:creationId xmlns:a16="http://schemas.microsoft.com/office/drawing/2014/main" id="{D5EBBE78-5F6F-9A32-C105-7DB65037BBC3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5545712" y="1743776"/>
            <a:ext cx="1101368" cy="626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100%</a:t>
            </a:r>
            <a:endParaRPr dirty="0"/>
          </a:p>
        </p:txBody>
      </p:sp>
      <p:sp>
        <p:nvSpPr>
          <p:cNvPr id="17" name="Google Shape;273;p71">
            <a:extLst>
              <a:ext uri="{FF2B5EF4-FFF2-40B4-BE49-F238E27FC236}">
                <a16:creationId xmlns:a16="http://schemas.microsoft.com/office/drawing/2014/main" id="{E6B22D43-7DF3-533B-D4FD-01B34451FFD3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9470268" y="1742182"/>
            <a:ext cx="1101368" cy="626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40%</a:t>
            </a:r>
            <a:endParaRPr dirty="0"/>
          </a:p>
        </p:txBody>
      </p:sp>
      <p:sp>
        <p:nvSpPr>
          <p:cNvPr id="20" name="Google Shape;273;p71">
            <a:extLst>
              <a:ext uri="{FF2B5EF4-FFF2-40B4-BE49-F238E27FC236}">
                <a16:creationId xmlns:a16="http://schemas.microsoft.com/office/drawing/2014/main" id="{EBBAEA9F-C503-FB0A-0284-1C10B537636D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5545712" y="4363616"/>
            <a:ext cx="1101368" cy="626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60%</a:t>
            </a:r>
            <a:endParaRPr dirty="0"/>
          </a:p>
        </p:txBody>
      </p:sp>
      <p:sp>
        <p:nvSpPr>
          <p:cNvPr id="21" name="Google Shape;273;p71">
            <a:extLst>
              <a:ext uri="{FF2B5EF4-FFF2-40B4-BE49-F238E27FC236}">
                <a16:creationId xmlns:a16="http://schemas.microsoft.com/office/drawing/2014/main" id="{460360D2-DBC4-DE0F-CDBE-5B93BB26CE26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9470268" y="4363616"/>
            <a:ext cx="1101368" cy="626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80%</a:t>
            </a:r>
            <a:endParaRPr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302BD8DA-1051-600F-6BCE-EC3F00A672CE}"/>
              </a:ext>
            </a:extLst>
          </p:cNvPr>
          <p:cNvSpPr/>
          <p:nvPr userDrawn="1"/>
        </p:nvSpPr>
        <p:spPr>
          <a:xfrm>
            <a:off x="363085" y="1319764"/>
            <a:ext cx="98859" cy="98853"/>
          </a:xfrm>
          <a:prstGeom prst="flowChartConnector">
            <a:avLst/>
          </a:prstGeom>
          <a:solidFill>
            <a:srgbClr val="D9F06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/>
          </a:p>
        </p:txBody>
      </p:sp>
      <p:sp>
        <p:nvSpPr>
          <p:cNvPr id="23" name="Google Shape;272;p71">
            <a:extLst>
              <a:ext uri="{FF2B5EF4-FFF2-40B4-BE49-F238E27FC236}">
                <a16:creationId xmlns:a16="http://schemas.microsoft.com/office/drawing/2014/main" id="{3A29CC3C-40ED-1982-5B5B-16046B92F204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461944" y="1254036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</a:p>
        </p:txBody>
      </p:sp>
      <p:sp>
        <p:nvSpPr>
          <p:cNvPr id="25" name="Google Shape;167;p59">
            <a:extLst>
              <a:ext uri="{FF2B5EF4-FFF2-40B4-BE49-F238E27FC236}">
                <a16:creationId xmlns:a16="http://schemas.microsoft.com/office/drawing/2014/main" id="{1D74922B-4F6B-C29B-3D1D-24C287BC42BC}"/>
              </a:ext>
            </a:extLst>
          </p:cNvPr>
          <p:cNvSpPr txBox="1">
            <a:spLocks noGrp="1"/>
          </p:cNvSpPr>
          <p:nvPr>
            <p:ph type="body" idx="46" hasCustomPrompt="1"/>
          </p:nvPr>
        </p:nvSpPr>
        <p:spPr>
          <a:xfrm>
            <a:off x="553041" y="2670665"/>
            <a:ext cx="3181080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97135038-4236-B6B1-3814-ABB65403E823}"/>
              </a:ext>
            </a:extLst>
          </p:cNvPr>
          <p:cNvSpPr/>
          <p:nvPr userDrawn="1"/>
        </p:nvSpPr>
        <p:spPr>
          <a:xfrm>
            <a:off x="370706" y="2405692"/>
            <a:ext cx="98859" cy="98853"/>
          </a:xfrm>
          <a:prstGeom prst="flowChartConnector">
            <a:avLst/>
          </a:prstGeom>
          <a:solidFill>
            <a:srgbClr val="E8B0B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/>
          </a:p>
        </p:txBody>
      </p:sp>
      <p:sp>
        <p:nvSpPr>
          <p:cNvPr id="27" name="Google Shape;272;p71">
            <a:extLst>
              <a:ext uri="{FF2B5EF4-FFF2-40B4-BE49-F238E27FC236}">
                <a16:creationId xmlns:a16="http://schemas.microsoft.com/office/drawing/2014/main" id="{E2B646C1-28D6-A3D3-CBDA-873C0AC76DEE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69564" y="2326025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</a:p>
        </p:txBody>
      </p:sp>
      <p:sp>
        <p:nvSpPr>
          <p:cNvPr id="28" name="Google Shape;167;p59">
            <a:extLst>
              <a:ext uri="{FF2B5EF4-FFF2-40B4-BE49-F238E27FC236}">
                <a16:creationId xmlns:a16="http://schemas.microsoft.com/office/drawing/2014/main" id="{28745127-67AA-59AD-4D28-574EF6A6EB27}"/>
              </a:ext>
            </a:extLst>
          </p:cNvPr>
          <p:cNvSpPr txBox="1">
            <a:spLocks noGrp="1"/>
          </p:cNvSpPr>
          <p:nvPr>
            <p:ph type="body" idx="48" hasCustomPrompt="1"/>
          </p:nvPr>
        </p:nvSpPr>
        <p:spPr>
          <a:xfrm>
            <a:off x="538998" y="3767266"/>
            <a:ext cx="3181080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A45B9840-6128-81C9-D654-8E3E8BE70274}"/>
              </a:ext>
            </a:extLst>
          </p:cNvPr>
          <p:cNvSpPr/>
          <p:nvPr userDrawn="1"/>
        </p:nvSpPr>
        <p:spPr>
          <a:xfrm>
            <a:off x="356663" y="3491620"/>
            <a:ext cx="98859" cy="98853"/>
          </a:xfrm>
          <a:prstGeom prst="flowChartConnector">
            <a:avLst/>
          </a:prstGeom>
          <a:solidFill>
            <a:srgbClr val="DB4D2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/>
          </a:p>
        </p:txBody>
      </p:sp>
      <p:sp>
        <p:nvSpPr>
          <p:cNvPr id="30" name="Google Shape;272;p71">
            <a:extLst>
              <a:ext uri="{FF2B5EF4-FFF2-40B4-BE49-F238E27FC236}">
                <a16:creationId xmlns:a16="http://schemas.microsoft.com/office/drawing/2014/main" id="{0C7CB0F2-CB83-D89A-B26E-1DE5D4F9B136}"/>
              </a:ext>
            </a:extLst>
          </p:cNvPr>
          <p:cNvSpPr txBox="1">
            <a:spLocks noGrp="1"/>
          </p:cNvSpPr>
          <p:nvPr>
            <p:ph type="body" idx="49" hasCustomPrompt="1"/>
          </p:nvPr>
        </p:nvSpPr>
        <p:spPr>
          <a:xfrm>
            <a:off x="455521" y="3422626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</a:p>
        </p:txBody>
      </p:sp>
      <p:sp>
        <p:nvSpPr>
          <p:cNvPr id="31" name="Google Shape;167;p59">
            <a:extLst>
              <a:ext uri="{FF2B5EF4-FFF2-40B4-BE49-F238E27FC236}">
                <a16:creationId xmlns:a16="http://schemas.microsoft.com/office/drawing/2014/main" id="{9A246A13-F36D-0A57-8825-352FD992C66B}"/>
              </a:ext>
            </a:extLst>
          </p:cNvPr>
          <p:cNvSpPr txBox="1">
            <a:spLocks noGrp="1"/>
          </p:cNvSpPr>
          <p:nvPr>
            <p:ph type="body" idx="50" hasCustomPrompt="1"/>
          </p:nvPr>
        </p:nvSpPr>
        <p:spPr>
          <a:xfrm>
            <a:off x="563044" y="4863867"/>
            <a:ext cx="3181080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225" name="Flowchart: Connector 224">
            <a:extLst>
              <a:ext uri="{FF2B5EF4-FFF2-40B4-BE49-F238E27FC236}">
                <a16:creationId xmlns:a16="http://schemas.microsoft.com/office/drawing/2014/main" id="{977CE3CD-8334-A388-CB98-E5B15A6BC73A}"/>
              </a:ext>
            </a:extLst>
          </p:cNvPr>
          <p:cNvSpPr/>
          <p:nvPr userDrawn="1"/>
        </p:nvSpPr>
        <p:spPr>
          <a:xfrm>
            <a:off x="380709" y="4577548"/>
            <a:ext cx="98859" cy="98853"/>
          </a:xfrm>
          <a:prstGeom prst="flowChartConnector">
            <a:avLst/>
          </a:prstGeom>
          <a:solidFill>
            <a:srgbClr val="73BFB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"/>
          </a:p>
        </p:txBody>
      </p:sp>
      <p:sp>
        <p:nvSpPr>
          <p:cNvPr id="226" name="Google Shape;272;p71">
            <a:extLst>
              <a:ext uri="{FF2B5EF4-FFF2-40B4-BE49-F238E27FC236}">
                <a16:creationId xmlns:a16="http://schemas.microsoft.com/office/drawing/2014/main" id="{AC53D2C4-D770-9B62-378E-C35A4FCD52F6}"/>
              </a:ext>
            </a:extLst>
          </p:cNvPr>
          <p:cNvSpPr txBox="1">
            <a:spLocks noGrp="1"/>
          </p:cNvSpPr>
          <p:nvPr>
            <p:ph type="body" idx="51" hasCustomPrompt="1"/>
          </p:nvPr>
        </p:nvSpPr>
        <p:spPr>
          <a:xfrm>
            <a:off x="479568" y="4519227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</a:p>
        </p:txBody>
      </p:sp>
      <p:sp>
        <p:nvSpPr>
          <p:cNvPr id="230" name="Google Shape;145;p57">
            <a:extLst>
              <a:ext uri="{FF2B5EF4-FFF2-40B4-BE49-F238E27FC236}">
                <a16:creationId xmlns:a16="http://schemas.microsoft.com/office/drawing/2014/main" id="{77038684-7BB7-1943-D85F-C65EE947EF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5763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271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" name="Google Shape;273;p71">
            <a:extLst>
              <a:ext uri="{FF2B5EF4-FFF2-40B4-BE49-F238E27FC236}">
                <a16:creationId xmlns:a16="http://schemas.microsoft.com/office/drawing/2014/main" id="{E6B22D43-7DF3-533B-D4FD-01B34451FFD3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5545712" y="2014974"/>
            <a:ext cx="1101368" cy="68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5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40%</a:t>
            </a:r>
            <a:endParaRPr dirty="0"/>
          </a:p>
        </p:txBody>
      </p:sp>
      <p:sp>
        <p:nvSpPr>
          <p:cNvPr id="20" name="Google Shape;273;p71">
            <a:extLst>
              <a:ext uri="{FF2B5EF4-FFF2-40B4-BE49-F238E27FC236}">
                <a16:creationId xmlns:a16="http://schemas.microsoft.com/office/drawing/2014/main" id="{EBBAEA9F-C503-FB0A-0284-1C10B537636D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1602900" y="2014974"/>
            <a:ext cx="1101368" cy="68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5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60%</a:t>
            </a:r>
            <a:endParaRPr dirty="0"/>
          </a:p>
        </p:txBody>
      </p:sp>
      <p:sp>
        <p:nvSpPr>
          <p:cNvPr id="21" name="Google Shape;273;p71">
            <a:extLst>
              <a:ext uri="{FF2B5EF4-FFF2-40B4-BE49-F238E27FC236}">
                <a16:creationId xmlns:a16="http://schemas.microsoft.com/office/drawing/2014/main" id="{460360D2-DBC4-DE0F-CDBE-5B93BB26CE26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9487731" y="2014974"/>
            <a:ext cx="1101368" cy="68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5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80%</a:t>
            </a:r>
            <a:endParaRPr dirty="0"/>
          </a:p>
        </p:txBody>
      </p:sp>
      <p:sp>
        <p:nvSpPr>
          <p:cNvPr id="4" name="Google Shape;272;p71">
            <a:extLst>
              <a:ext uri="{FF2B5EF4-FFF2-40B4-BE49-F238E27FC236}">
                <a16:creationId xmlns:a16="http://schemas.microsoft.com/office/drawing/2014/main" id="{B93E6E7F-F31D-6B16-019F-E81FCA7DB871}"/>
              </a:ext>
            </a:extLst>
          </p:cNvPr>
          <p:cNvSpPr txBox="1">
            <a:spLocks noGrp="1"/>
          </p:cNvSpPr>
          <p:nvPr>
            <p:ph type="body" idx="6" hasCustomPrompt="1"/>
          </p:nvPr>
        </p:nvSpPr>
        <p:spPr>
          <a:xfrm>
            <a:off x="503497" y="3989509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  <a:endParaRPr dirty="0"/>
          </a:p>
        </p:txBody>
      </p:sp>
      <p:sp>
        <p:nvSpPr>
          <p:cNvPr id="5" name="Google Shape;273;p71">
            <a:extLst>
              <a:ext uri="{FF2B5EF4-FFF2-40B4-BE49-F238E27FC236}">
                <a16:creationId xmlns:a16="http://schemas.microsoft.com/office/drawing/2014/main" id="{B5B8046A-8AF1-C1EE-9BC6-57DC6896DDF8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503498" y="4294182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272;p71">
            <a:extLst>
              <a:ext uri="{FF2B5EF4-FFF2-40B4-BE49-F238E27FC236}">
                <a16:creationId xmlns:a16="http://schemas.microsoft.com/office/drawing/2014/main" id="{690EF175-0C49-57BA-8B52-692535A257B8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4447108" y="3989509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  <a:endParaRPr dirty="0"/>
          </a:p>
        </p:txBody>
      </p:sp>
      <p:sp>
        <p:nvSpPr>
          <p:cNvPr id="10" name="Google Shape;273;p71">
            <a:extLst>
              <a:ext uri="{FF2B5EF4-FFF2-40B4-BE49-F238E27FC236}">
                <a16:creationId xmlns:a16="http://schemas.microsoft.com/office/drawing/2014/main" id="{096F05B8-869F-5A8C-76B1-70311E011504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4447109" y="4294182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272;p71">
            <a:extLst>
              <a:ext uri="{FF2B5EF4-FFF2-40B4-BE49-F238E27FC236}">
                <a16:creationId xmlns:a16="http://schemas.microsoft.com/office/drawing/2014/main" id="{4D162F66-8A17-F131-F81D-35DD5B97114B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8372060" y="3989215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s-ES" dirty="0"/>
              <a:t>Data 1</a:t>
            </a:r>
            <a:endParaRPr dirty="0"/>
          </a:p>
        </p:txBody>
      </p:sp>
      <p:sp>
        <p:nvSpPr>
          <p:cNvPr id="13" name="Google Shape;273;p71">
            <a:extLst>
              <a:ext uri="{FF2B5EF4-FFF2-40B4-BE49-F238E27FC236}">
                <a16:creationId xmlns:a16="http://schemas.microsoft.com/office/drawing/2014/main" id="{AFDED889-2784-497F-5BDC-B8C82402190E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8372061" y="429388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45;p57">
            <a:extLst>
              <a:ext uri="{FF2B5EF4-FFF2-40B4-BE49-F238E27FC236}">
                <a16:creationId xmlns:a16="http://schemas.microsoft.com/office/drawing/2014/main" id="{FD807F25-C272-0EF1-FAC2-F4ACCB3511F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5627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3095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29A572-7506-7F10-4785-357F25B74991}"/>
              </a:ext>
            </a:extLst>
          </p:cNvPr>
          <p:cNvCxnSpPr>
            <a:cxnSpLocks/>
          </p:cNvCxnSpPr>
          <p:nvPr userDrawn="1"/>
        </p:nvCxnSpPr>
        <p:spPr>
          <a:xfrm>
            <a:off x="3935669" y="930959"/>
            <a:ext cx="0" cy="499994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7;p59">
            <a:extLst>
              <a:ext uri="{FF2B5EF4-FFF2-40B4-BE49-F238E27FC236}">
                <a16:creationId xmlns:a16="http://schemas.microsoft.com/office/drawing/2014/main" id="{EFBA1413-E29C-EA4A-CCAC-4F21BA35304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297439" y="1238254"/>
            <a:ext cx="3351904" cy="4333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Data 1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Data 2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Data 3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pPr marL="3175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tabLst/>
              <a:defRPr/>
            </a:pPr>
            <a:r>
              <a:rPr lang="en-US" dirty="0"/>
              <a:t>Data 4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</p:txBody>
      </p:sp>
      <p:sp>
        <p:nvSpPr>
          <p:cNvPr id="11" name="Google Shape;145;p57">
            <a:extLst>
              <a:ext uri="{FF2B5EF4-FFF2-40B4-BE49-F238E27FC236}">
                <a16:creationId xmlns:a16="http://schemas.microsoft.com/office/drawing/2014/main" id="{9E9ED7FA-4356-53B6-B3E0-BD968BE68012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228600" marR="0" lvl="0" indent="-114300" algn="l" defTabSz="4572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tabLst/>
              <a:defRPr/>
            </a:pPr>
            <a:r>
              <a:rPr lang="en-US" dirty="0"/>
              <a:t>Infographic / </a:t>
            </a:r>
            <a:r>
              <a:rPr lang="en-US" dirty="0">
                <a:latin typeface="+mj-lt"/>
              </a:rPr>
              <a:t>Charts 1</a:t>
            </a:r>
          </a:p>
        </p:txBody>
      </p:sp>
    </p:spTree>
    <p:extLst>
      <p:ext uri="{BB962C8B-B14F-4D97-AF65-F5344CB8AC3E}">
        <p14:creationId xmlns:p14="http://schemas.microsoft.com/office/powerpoint/2010/main" val="3796927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3095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29A572-7506-7F10-4785-357F25B74991}"/>
              </a:ext>
            </a:extLst>
          </p:cNvPr>
          <p:cNvCxnSpPr>
            <a:cxnSpLocks/>
          </p:cNvCxnSpPr>
          <p:nvPr userDrawn="1"/>
        </p:nvCxnSpPr>
        <p:spPr>
          <a:xfrm>
            <a:off x="3935669" y="930959"/>
            <a:ext cx="0" cy="499994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145;p57">
            <a:extLst>
              <a:ext uri="{FF2B5EF4-FFF2-40B4-BE49-F238E27FC236}">
                <a16:creationId xmlns:a16="http://schemas.microsoft.com/office/drawing/2014/main" id="{814DAF05-BD4E-AD26-D7B1-8E3B7F3D43F8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228600" marR="0" lvl="0" indent="-114300" algn="l" defTabSz="4572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tabLst/>
              <a:defRPr/>
            </a:pPr>
            <a:r>
              <a:rPr lang="en-US" dirty="0"/>
              <a:t>Infographic / </a:t>
            </a:r>
            <a:r>
              <a:rPr lang="en-US" dirty="0">
                <a:latin typeface="+mj-lt"/>
              </a:rPr>
              <a:t>Charts 2</a:t>
            </a:r>
          </a:p>
          <a:p>
            <a:endParaRPr dirty="0"/>
          </a:p>
        </p:txBody>
      </p:sp>
      <p:sp>
        <p:nvSpPr>
          <p:cNvPr id="8" name="Google Shape;167;p59">
            <a:extLst>
              <a:ext uri="{FF2B5EF4-FFF2-40B4-BE49-F238E27FC236}">
                <a16:creationId xmlns:a16="http://schemas.microsoft.com/office/drawing/2014/main" id="{8554A495-B3CF-0667-9D65-970C9E82AA55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297439" y="1238254"/>
            <a:ext cx="3351904" cy="4333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Data 1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Data 2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r>
              <a:rPr lang="en-US" dirty="0"/>
              <a:t>Data 3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  <a:p>
            <a:endParaRPr lang="en-US" dirty="0"/>
          </a:p>
          <a:p>
            <a:pPr marL="3175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tabLst/>
              <a:defRPr/>
            </a:pPr>
            <a:r>
              <a:rPr lang="en-US" dirty="0"/>
              <a:t>Data 4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magna.</a:t>
            </a:r>
          </a:p>
        </p:txBody>
      </p:sp>
    </p:spTree>
    <p:extLst>
      <p:ext uri="{BB962C8B-B14F-4D97-AF65-F5344CB8AC3E}">
        <p14:creationId xmlns:p14="http://schemas.microsoft.com/office/powerpoint/2010/main" val="2496041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preserve="1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3095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29A572-7506-7F10-4785-357F25B74991}"/>
              </a:ext>
            </a:extLst>
          </p:cNvPr>
          <p:cNvCxnSpPr>
            <a:cxnSpLocks/>
          </p:cNvCxnSpPr>
          <p:nvPr userDrawn="1"/>
        </p:nvCxnSpPr>
        <p:spPr>
          <a:xfrm>
            <a:off x="3935669" y="930959"/>
            <a:ext cx="0" cy="499994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145;p57">
            <a:extLst>
              <a:ext uri="{FF2B5EF4-FFF2-40B4-BE49-F238E27FC236}">
                <a16:creationId xmlns:a16="http://schemas.microsoft.com/office/drawing/2014/main" id="{814DAF05-BD4E-AD26-D7B1-8E3B7F3D43F8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228600" marR="0" lvl="0" indent="-114300" algn="l" defTabSz="4572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tabLst/>
              <a:defRPr/>
            </a:pPr>
            <a:r>
              <a:rPr lang="en-US" dirty="0"/>
              <a:t>Case Study</a:t>
            </a:r>
            <a:endParaRPr lang="en-US" dirty="0">
              <a:latin typeface="+mj-lt"/>
            </a:endParaRPr>
          </a:p>
          <a:p>
            <a:endParaRPr dirty="0"/>
          </a:p>
        </p:txBody>
      </p:sp>
      <p:sp>
        <p:nvSpPr>
          <p:cNvPr id="8" name="Google Shape;167;p59">
            <a:extLst>
              <a:ext uri="{FF2B5EF4-FFF2-40B4-BE49-F238E27FC236}">
                <a16:creationId xmlns:a16="http://schemas.microsoft.com/office/drawing/2014/main" id="{8554A495-B3CF-0667-9D65-970C9E82AA55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297439" y="1238254"/>
            <a:ext cx="3351904" cy="79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240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Title</a:t>
            </a:r>
          </a:p>
        </p:txBody>
      </p:sp>
      <p:sp>
        <p:nvSpPr>
          <p:cNvPr id="4" name="Google Shape;167;p59">
            <a:extLst>
              <a:ext uri="{FF2B5EF4-FFF2-40B4-BE49-F238E27FC236}">
                <a16:creationId xmlns:a16="http://schemas.microsoft.com/office/drawing/2014/main" id="{5CA6C814-2071-BAF0-2CFD-8A9588E74719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297439" y="2406845"/>
            <a:ext cx="3351904" cy="65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Subtitle</a:t>
            </a:r>
          </a:p>
          <a:p>
            <a:endParaRPr lang="en-US" dirty="0"/>
          </a:p>
        </p:txBody>
      </p:sp>
      <p:sp>
        <p:nvSpPr>
          <p:cNvPr id="7" name="Google Shape;167;p59">
            <a:extLst>
              <a:ext uri="{FF2B5EF4-FFF2-40B4-BE49-F238E27FC236}">
                <a16:creationId xmlns:a16="http://schemas.microsoft.com/office/drawing/2014/main" id="{E0A6A0D3-D3F4-C35E-E06D-68B221F43A2E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403932" y="1464402"/>
            <a:ext cx="7309859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3175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3175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tabLst/>
              <a:defRPr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9" name="Google Shape;272;p71">
            <a:extLst>
              <a:ext uri="{FF2B5EF4-FFF2-40B4-BE49-F238E27FC236}">
                <a16:creationId xmlns:a16="http://schemas.microsoft.com/office/drawing/2014/main" id="{F2528DB5-B2AD-35A6-7B1D-8E513851A8C5}"/>
              </a:ext>
            </a:extLst>
          </p:cNvPr>
          <p:cNvSpPr txBox="1">
            <a:spLocks noGrp="1"/>
          </p:cNvSpPr>
          <p:nvPr>
            <p:ph type="body" idx="45" hasCustomPrompt="1"/>
          </p:nvPr>
        </p:nvSpPr>
        <p:spPr>
          <a:xfrm>
            <a:off x="4320455" y="993112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600">
                <a:solidFill>
                  <a:schemeClr val="tx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Objective</a:t>
            </a:r>
          </a:p>
        </p:txBody>
      </p:sp>
      <p:sp>
        <p:nvSpPr>
          <p:cNvPr id="10" name="Google Shape;167;p59">
            <a:extLst>
              <a:ext uri="{FF2B5EF4-FFF2-40B4-BE49-F238E27FC236}">
                <a16:creationId xmlns:a16="http://schemas.microsoft.com/office/drawing/2014/main" id="{EB311417-57D1-4659-6412-689902A8CE01}"/>
              </a:ext>
            </a:extLst>
          </p:cNvPr>
          <p:cNvSpPr txBox="1">
            <a:spLocks noGrp="1"/>
          </p:cNvSpPr>
          <p:nvPr>
            <p:ph type="body" idx="46" hasCustomPrompt="1"/>
          </p:nvPr>
        </p:nvSpPr>
        <p:spPr>
          <a:xfrm>
            <a:off x="4403932" y="2904283"/>
            <a:ext cx="7309859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3175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tabLst/>
              <a:defRPr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1" name="Google Shape;272;p71">
            <a:extLst>
              <a:ext uri="{FF2B5EF4-FFF2-40B4-BE49-F238E27FC236}">
                <a16:creationId xmlns:a16="http://schemas.microsoft.com/office/drawing/2014/main" id="{575C58CE-3169-AF9E-5991-E6CE215F96D7}"/>
              </a:ext>
            </a:extLst>
          </p:cNvPr>
          <p:cNvSpPr txBox="1">
            <a:spLocks noGrp="1"/>
          </p:cNvSpPr>
          <p:nvPr>
            <p:ph type="body" idx="47" hasCustomPrompt="1"/>
          </p:nvPr>
        </p:nvSpPr>
        <p:spPr>
          <a:xfrm>
            <a:off x="4320455" y="2432993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600">
                <a:solidFill>
                  <a:schemeClr val="tx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Approach</a:t>
            </a:r>
          </a:p>
        </p:txBody>
      </p:sp>
      <p:sp>
        <p:nvSpPr>
          <p:cNvPr id="12" name="Google Shape;167;p59">
            <a:extLst>
              <a:ext uri="{FF2B5EF4-FFF2-40B4-BE49-F238E27FC236}">
                <a16:creationId xmlns:a16="http://schemas.microsoft.com/office/drawing/2014/main" id="{B90A4E69-6AB6-1F1C-50A3-2A6951B90529}"/>
              </a:ext>
            </a:extLst>
          </p:cNvPr>
          <p:cNvSpPr txBox="1">
            <a:spLocks noGrp="1"/>
          </p:cNvSpPr>
          <p:nvPr>
            <p:ph type="body" idx="48" hasCustomPrompt="1"/>
          </p:nvPr>
        </p:nvSpPr>
        <p:spPr>
          <a:xfrm>
            <a:off x="4403932" y="4527262"/>
            <a:ext cx="7309859" cy="62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3175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tabLst/>
              <a:defRPr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3" name="Google Shape;272;p71">
            <a:extLst>
              <a:ext uri="{FF2B5EF4-FFF2-40B4-BE49-F238E27FC236}">
                <a16:creationId xmlns:a16="http://schemas.microsoft.com/office/drawing/2014/main" id="{8107A0E3-90AB-C0DD-F9EF-DF31BDA58229}"/>
              </a:ext>
            </a:extLst>
          </p:cNvPr>
          <p:cNvSpPr txBox="1">
            <a:spLocks noGrp="1"/>
          </p:cNvSpPr>
          <p:nvPr>
            <p:ph type="body" idx="49" hasCustomPrompt="1"/>
          </p:nvPr>
        </p:nvSpPr>
        <p:spPr>
          <a:xfrm>
            <a:off x="4320455" y="4055971"/>
            <a:ext cx="325051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600">
                <a:solidFill>
                  <a:schemeClr val="tx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noProof="0" dirty="0"/>
              <a:t>Results</a:t>
            </a:r>
          </a:p>
        </p:txBody>
      </p:sp>
      <p:sp>
        <p:nvSpPr>
          <p:cNvPr id="14" name="Google Shape;167;p59">
            <a:extLst>
              <a:ext uri="{FF2B5EF4-FFF2-40B4-BE49-F238E27FC236}">
                <a16:creationId xmlns:a16="http://schemas.microsoft.com/office/drawing/2014/main" id="{17B05B7D-0266-2C13-B9B2-C51DFADC7889}"/>
              </a:ext>
            </a:extLst>
          </p:cNvPr>
          <p:cNvSpPr txBox="1">
            <a:spLocks noGrp="1"/>
          </p:cNvSpPr>
          <p:nvPr>
            <p:ph type="body" idx="50" hasCustomPrompt="1"/>
          </p:nvPr>
        </p:nvSpPr>
        <p:spPr>
          <a:xfrm>
            <a:off x="297439" y="5051912"/>
            <a:ext cx="3351904" cy="65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175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Industry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01" preserve="1" userDrawn="1">
  <p:cSld name="1_3 Columns 01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01" name="Google Shape;101;p51"/>
          <p:cNvCxnSpPr>
            <a:cxnSpLocks/>
          </p:cNvCxnSpPr>
          <p:nvPr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8" name="Google Shape;108;p51"/>
          <p:cNvCxnSpPr>
            <a:cxnSpLocks/>
          </p:cNvCxnSpPr>
          <p:nvPr/>
        </p:nvCxnSpPr>
        <p:spPr>
          <a:xfrm>
            <a:off x="4069036" y="1060377"/>
            <a:ext cx="0" cy="48705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51"/>
          <p:cNvCxnSpPr/>
          <p:nvPr/>
        </p:nvCxnSpPr>
        <p:spPr>
          <a:xfrm>
            <a:off x="397" y="1060377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334D40BE-4A28-E021-3AC9-CB86DCAD35C8}"/>
              </a:ext>
            </a:extLst>
          </p:cNvPr>
          <p:cNvPicPr preferRelativeResize="0"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08;p51">
            <a:extLst>
              <a:ext uri="{FF2B5EF4-FFF2-40B4-BE49-F238E27FC236}">
                <a16:creationId xmlns:a16="http://schemas.microsoft.com/office/drawing/2014/main" id="{76C8F1F7-9833-BBF8-E7B9-D7BF88108B07}"/>
              </a:ext>
            </a:extLst>
          </p:cNvPr>
          <p:cNvCxnSpPr>
            <a:cxnSpLocks/>
          </p:cNvCxnSpPr>
          <p:nvPr userDrawn="1"/>
        </p:nvCxnSpPr>
        <p:spPr>
          <a:xfrm>
            <a:off x="8116300" y="1060377"/>
            <a:ext cx="0" cy="48705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5;p51">
            <a:extLst>
              <a:ext uri="{FF2B5EF4-FFF2-40B4-BE49-F238E27FC236}">
                <a16:creationId xmlns:a16="http://schemas.microsoft.com/office/drawing/2014/main" id="{45E49C7F-D843-CFE7-68F8-74F77F46AEFB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8353505" y="1651246"/>
            <a:ext cx="3566160" cy="40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ts val="155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07;p51">
            <a:extLst>
              <a:ext uri="{FF2B5EF4-FFF2-40B4-BE49-F238E27FC236}">
                <a16:creationId xmlns:a16="http://schemas.microsoft.com/office/drawing/2014/main" id="{E3AAEB81-F47E-BAD9-3899-F335AAEBE434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8343496" y="1085937"/>
            <a:ext cx="3566160" cy="47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lang="en-US" sz="1800" b="0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Results</a:t>
            </a:r>
          </a:p>
          <a:p>
            <a:endParaRPr lang="en-US" dirty="0"/>
          </a:p>
        </p:txBody>
      </p:sp>
      <p:sp>
        <p:nvSpPr>
          <p:cNvPr id="10" name="Google Shape;105;p51">
            <a:extLst>
              <a:ext uri="{FF2B5EF4-FFF2-40B4-BE49-F238E27FC236}">
                <a16:creationId xmlns:a16="http://schemas.microsoft.com/office/drawing/2014/main" id="{18F11BEF-B337-EEF5-E5E0-CCD9747992A4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4308740" y="1651246"/>
            <a:ext cx="3566160" cy="405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ts val="155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" name="Google Shape;107;p51">
            <a:extLst>
              <a:ext uri="{FF2B5EF4-FFF2-40B4-BE49-F238E27FC236}">
                <a16:creationId xmlns:a16="http://schemas.microsoft.com/office/drawing/2014/main" id="{9401B989-10F0-1472-838A-D5586FB4B6FF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4298732" y="1085937"/>
            <a:ext cx="3566160" cy="47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lang="en-US" sz="1800" b="0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Approach</a:t>
            </a:r>
          </a:p>
          <a:p>
            <a:endParaRPr lang="en-US" dirty="0"/>
          </a:p>
        </p:txBody>
      </p:sp>
      <p:sp>
        <p:nvSpPr>
          <p:cNvPr id="12" name="Google Shape;105;p51">
            <a:extLst>
              <a:ext uri="{FF2B5EF4-FFF2-40B4-BE49-F238E27FC236}">
                <a16:creationId xmlns:a16="http://schemas.microsoft.com/office/drawing/2014/main" id="{6DD27083-10E3-72B3-C033-25E9374FDCDD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253640" y="1651247"/>
            <a:ext cx="3566160" cy="405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ts val="155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07;p51">
            <a:extLst>
              <a:ext uri="{FF2B5EF4-FFF2-40B4-BE49-F238E27FC236}">
                <a16:creationId xmlns:a16="http://schemas.microsoft.com/office/drawing/2014/main" id="{2AA05301-964A-EE63-A567-B37C6FEB01EC}"/>
              </a:ext>
            </a:extLst>
          </p:cNvPr>
          <p:cNvSpPr txBox="1">
            <a:spLocks noGrp="1"/>
          </p:cNvSpPr>
          <p:nvPr>
            <p:ph type="body" idx="18" hasCustomPrompt="1"/>
          </p:nvPr>
        </p:nvSpPr>
        <p:spPr>
          <a:xfrm>
            <a:off x="253640" y="1085937"/>
            <a:ext cx="3566160" cy="47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lang="en-US" sz="1800" b="0" i="0" u="none" strike="noStrike" cap="none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r>
              <a:rPr lang="en-US" dirty="0"/>
              <a:t>Objective</a:t>
            </a:r>
          </a:p>
          <a:p>
            <a:endParaRPr lang="en-US" dirty="0"/>
          </a:p>
        </p:txBody>
      </p:sp>
      <p:sp>
        <p:nvSpPr>
          <p:cNvPr id="15" name="Google Shape;145;p57">
            <a:extLst>
              <a:ext uri="{FF2B5EF4-FFF2-40B4-BE49-F238E27FC236}">
                <a16:creationId xmlns:a16="http://schemas.microsoft.com/office/drawing/2014/main" id="{2FE81207-1261-EFD6-65ED-353770AEE45D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4442" y="110169"/>
            <a:ext cx="9611587" cy="82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109538" lvl="0" indent="476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2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marL="228600" marR="0" lvl="0" indent="-114300" algn="l" defTabSz="4572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tabLst/>
              <a:defRPr/>
            </a:pPr>
            <a:r>
              <a:rPr lang="en-US" dirty="0"/>
              <a:t>Case Study Title</a:t>
            </a:r>
            <a:endParaRPr lang="en-US" dirty="0">
              <a:latin typeface="+mj-lt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25729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userDrawn="1">
  <p:cSld name="Quote">
    <p:bg>
      <p:bgPr>
        <a:solidFill>
          <a:schemeClr val="accent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5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28" name="Google Shape;228;p65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9" name="Google Shape;229;p65"/>
          <p:cNvSpPr txBox="1">
            <a:spLocks noGrp="1"/>
          </p:cNvSpPr>
          <p:nvPr>
            <p:ph type="body" idx="2"/>
          </p:nvPr>
        </p:nvSpPr>
        <p:spPr>
          <a:xfrm>
            <a:off x="312294" y="242863"/>
            <a:ext cx="1144027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6000"/>
            </a:lvl1pPr>
            <a:lvl2pPr marL="457200" lvl="1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685800" lvl="2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914400" lvl="3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143000" lvl="4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65"/>
          <p:cNvSpPr txBox="1">
            <a:spLocks noGrp="1"/>
          </p:cNvSpPr>
          <p:nvPr>
            <p:ph type="body" idx="3"/>
          </p:nvPr>
        </p:nvSpPr>
        <p:spPr>
          <a:xfrm>
            <a:off x="321481" y="5240206"/>
            <a:ext cx="3613654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9C49FA5B-307E-FAC7-4D60-933577AEFDBC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 userDrawn="1">
  <p:cSld name="Quote + Image">
    <p:bg>
      <p:bgPr>
        <a:solidFill>
          <a:srgbClr val="7F7F7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67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36" name="Google Shape;236;p67"/>
          <p:cNvCxnSpPr/>
          <p:nvPr/>
        </p:nvCxnSpPr>
        <p:spPr>
          <a:xfrm>
            <a:off x="0" y="5927774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" name="Google Shape;237;p67"/>
          <p:cNvSpPr txBox="1">
            <a:spLocks noGrp="1"/>
          </p:cNvSpPr>
          <p:nvPr>
            <p:ph type="body" idx="3"/>
          </p:nvPr>
        </p:nvSpPr>
        <p:spPr>
          <a:xfrm>
            <a:off x="312294" y="242863"/>
            <a:ext cx="1144027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6000"/>
            </a:lvl1pPr>
            <a:lvl2pPr marL="457200" lvl="1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685800" lvl="2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914400" lvl="3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143000" lvl="4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body" idx="4"/>
          </p:nvPr>
        </p:nvSpPr>
        <p:spPr>
          <a:xfrm>
            <a:off x="321481" y="5240206"/>
            <a:ext cx="3613654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DFA6EE86-4C59-5CA1-DEA8-11C2879A2B3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 userDrawn="1">
  <p:cSld name="Thank You">
    <p:bg>
      <p:bgPr>
        <a:solidFill>
          <a:schemeClr val="dk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9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42" name="Google Shape;242;p69"/>
          <p:cNvCxnSpPr/>
          <p:nvPr/>
        </p:nvCxnSpPr>
        <p:spPr>
          <a:xfrm>
            <a:off x="0" y="6086649"/>
            <a:ext cx="12192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6" name="Google Shape;246;p69"/>
          <p:cNvCxnSpPr/>
          <p:nvPr/>
        </p:nvCxnSpPr>
        <p:spPr>
          <a:xfrm>
            <a:off x="0" y="2007957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7" name="Google Shape;247;p69"/>
          <p:cNvSpPr txBox="1">
            <a:spLocks noGrp="1"/>
          </p:cNvSpPr>
          <p:nvPr>
            <p:ph type="body" idx="3"/>
          </p:nvPr>
        </p:nvSpPr>
        <p:spPr>
          <a:xfrm>
            <a:off x="331736" y="2225992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69"/>
          <p:cNvSpPr txBox="1">
            <a:spLocks noGrp="1"/>
          </p:cNvSpPr>
          <p:nvPr>
            <p:ph type="body" idx="4"/>
          </p:nvPr>
        </p:nvSpPr>
        <p:spPr>
          <a:xfrm>
            <a:off x="4261158" y="2225992"/>
            <a:ext cx="1655046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49" name="Google Shape;249;p69"/>
          <p:cNvCxnSpPr>
            <a:cxnSpLocks/>
          </p:cNvCxnSpPr>
          <p:nvPr/>
        </p:nvCxnSpPr>
        <p:spPr>
          <a:xfrm>
            <a:off x="4115862" y="2007957"/>
            <a:ext cx="0" cy="391917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0" name="Google Shape;250;p69"/>
          <p:cNvSpPr txBox="1">
            <a:spLocks noGrp="1"/>
          </p:cNvSpPr>
          <p:nvPr>
            <p:ph type="body" idx="5"/>
          </p:nvPr>
        </p:nvSpPr>
        <p:spPr>
          <a:xfrm>
            <a:off x="327893" y="3304309"/>
            <a:ext cx="3575117" cy="232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77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1" name="Google Shape;251;p69"/>
          <p:cNvSpPr txBox="1">
            <a:spLocks noGrp="1"/>
          </p:cNvSpPr>
          <p:nvPr>
            <p:ph type="body" idx="6"/>
          </p:nvPr>
        </p:nvSpPr>
        <p:spPr>
          <a:xfrm>
            <a:off x="4260985" y="3573678"/>
            <a:ext cx="1655219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69"/>
          <p:cNvSpPr txBox="1">
            <a:spLocks noGrp="1"/>
          </p:cNvSpPr>
          <p:nvPr>
            <p:ph type="body" idx="7"/>
          </p:nvPr>
        </p:nvSpPr>
        <p:spPr>
          <a:xfrm>
            <a:off x="4260985" y="4794883"/>
            <a:ext cx="1655219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69"/>
          <p:cNvSpPr txBox="1">
            <a:spLocks noGrp="1"/>
          </p:cNvSpPr>
          <p:nvPr>
            <p:ph type="body" idx="8"/>
          </p:nvPr>
        </p:nvSpPr>
        <p:spPr>
          <a:xfrm>
            <a:off x="6224025" y="4794883"/>
            <a:ext cx="1655219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69"/>
          <p:cNvSpPr txBox="1">
            <a:spLocks noGrp="1"/>
          </p:cNvSpPr>
          <p:nvPr>
            <p:ph type="body" idx="9"/>
          </p:nvPr>
        </p:nvSpPr>
        <p:spPr>
          <a:xfrm>
            <a:off x="8210942" y="4794883"/>
            <a:ext cx="1655219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69"/>
          <p:cNvSpPr txBox="1">
            <a:spLocks noGrp="1"/>
          </p:cNvSpPr>
          <p:nvPr>
            <p:ph type="body" idx="13"/>
          </p:nvPr>
        </p:nvSpPr>
        <p:spPr>
          <a:xfrm>
            <a:off x="10173982" y="4794883"/>
            <a:ext cx="1655219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69"/>
          <p:cNvSpPr txBox="1">
            <a:spLocks noGrp="1"/>
          </p:cNvSpPr>
          <p:nvPr>
            <p:ph type="body" idx="14"/>
          </p:nvPr>
        </p:nvSpPr>
        <p:spPr>
          <a:xfrm>
            <a:off x="8210942" y="3573678"/>
            <a:ext cx="1655219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7" name="Google Shape;257;p69"/>
          <p:cNvCxnSpPr/>
          <p:nvPr/>
        </p:nvCxnSpPr>
        <p:spPr>
          <a:xfrm>
            <a:off x="4296055" y="5571332"/>
            <a:ext cx="162014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8" name="Google Shape;258;p69"/>
          <p:cNvCxnSpPr/>
          <p:nvPr/>
        </p:nvCxnSpPr>
        <p:spPr>
          <a:xfrm>
            <a:off x="6271287" y="5571332"/>
            <a:ext cx="162014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9" name="Google Shape;259;p69"/>
          <p:cNvCxnSpPr/>
          <p:nvPr/>
        </p:nvCxnSpPr>
        <p:spPr>
          <a:xfrm>
            <a:off x="8219086" y="5571332"/>
            <a:ext cx="162014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69"/>
          <p:cNvCxnSpPr/>
          <p:nvPr/>
        </p:nvCxnSpPr>
        <p:spPr>
          <a:xfrm>
            <a:off x="10203463" y="5571332"/>
            <a:ext cx="162014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1" name="Google Shape;261;p69"/>
          <p:cNvCxnSpPr/>
          <p:nvPr/>
        </p:nvCxnSpPr>
        <p:spPr>
          <a:xfrm>
            <a:off x="4296055" y="4349300"/>
            <a:ext cx="162014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2" name="Google Shape;262;p69"/>
          <p:cNvCxnSpPr/>
          <p:nvPr/>
        </p:nvCxnSpPr>
        <p:spPr>
          <a:xfrm>
            <a:off x="8219086" y="4349300"/>
            <a:ext cx="162014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DC031389-422A-CBF0-77AA-DBDEDC1AB6D9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4A11E349-9C13-E32B-F595-FFD5143AFE9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0;p39">
            <a:extLst>
              <a:ext uri="{FF2B5EF4-FFF2-40B4-BE49-F238E27FC236}">
                <a16:creationId xmlns:a16="http://schemas.microsoft.com/office/drawing/2014/main" id="{2F70D042-A84A-E60F-1F3F-3B85864B45FA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185677" y="188552"/>
            <a:ext cx="11637936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" preserve="1" userDrawn="1">
  <p:cSld name="2_Contact">
    <p:bg>
      <p:bgPr>
        <a:solidFill>
          <a:schemeClr val="dk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66" name="Google Shape;266;p71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9" name="Google Shape;269;p71"/>
          <p:cNvSpPr>
            <a:spLocks noGrp="1"/>
          </p:cNvSpPr>
          <p:nvPr>
            <p:ph type="pic" idx="3"/>
          </p:nvPr>
        </p:nvSpPr>
        <p:spPr>
          <a:xfrm>
            <a:off x="5294657" y="2237047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41300" indent="-368300">
              <a:buSzPct val="150000"/>
              <a:tabLst>
                <a:tab pos="342900" algn="l"/>
              </a:tabLst>
              <a:defRPr sz="1800"/>
            </a:lvl1pPr>
          </a:lstStyle>
          <a:p>
            <a:endParaRPr lang="en-US" dirty="0"/>
          </a:p>
        </p:txBody>
      </p:sp>
      <p:sp>
        <p:nvSpPr>
          <p:cNvPr id="270" name="Google Shape;270;p71"/>
          <p:cNvSpPr>
            <a:spLocks noGrp="1"/>
          </p:cNvSpPr>
          <p:nvPr>
            <p:ph type="pic" idx="4"/>
          </p:nvPr>
        </p:nvSpPr>
        <p:spPr>
          <a:xfrm>
            <a:off x="1352242" y="2237047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41300" indent="-368300">
              <a:buSzPct val="150000"/>
              <a:tabLst>
                <a:tab pos="342900" algn="l"/>
              </a:tabLst>
              <a:defRPr sz="1800"/>
            </a:lvl1pPr>
          </a:lstStyle>
          <a:p>
            <a:endParaRPr lang="en-US" dirty="0"/>
          </a:p>
        </p:txBody>
      </p:sp>
      <p:sp>
        <p:nvSpPr>
          <p:cNvPr id="271" name="Google Shape;271;p71"/>
          <p:cNvSpPr>
            <a:spLocks noGrp="1"/>
          </p:cNvSpPr>
          <p:nvPr>
            <p:ph type="pic" idx="5"/>
          </p:nvPr>
        </p:nvSpPr>
        <p:spPr>
          <a:xfrm>
            <a:off x="9219610" y="2237047"/>
            <a:ext cx="1602685" cy="1593850"/>
          </a:xfrm>
          <a:prstGeom prst="roundRect">
            <a:avLst>
              <a:gd name="adj" fmla="val 8576"/>
            </a:avLst>
          </a:prstGeom>
          <a:solidFill>
            <a:srgbClr val="7F7F7F"/>
          </a:solidFill>
          <a:ln>
            <a:noFill/>
          </a:ln>
        </p:spPr>
        <p:txBody>
          <a:bodyPr>
            <a:normAutofit/>
          </a:bodyPr>
          <a:lstStyle>
            <a:lvl1pPr marL="241300" indent="-368300">
              <a:buSzPct val="150000"/>
              <a:tabLst>
                <a:tab pos="342900" algn="l"/>
              </a:tabLst>
              <a:defRPr sz="1800"/>
            </a:lvl1pPr>
          </a:lstStyle>
          <a:p>
            <a:endParaRPr lang="en-US" dirty="0"/>
          </a:p>
        </p:txBody>
      </p:sp>
      <p:sp>
        <p:nvSpPr>
          <p:cNvPr id="272" name="Google Shape;272;p71"/>
          <p:cNvSpPr txBox="1">
            <a:spLocks noGrp="1"/>
          </p:cNvSpPr>
          <p:nvPr>
            <p:ph type="body" idx="6"/>
          </p:nvPr>
        </p:nvSpPr>
        <p:spPr>
          <a:xfrm>
            <a:off x="503497" y="3989509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3" name="Google Shape;273;p71"/>
          <p:cNvSpPr txBox="1">
            <a:spLocks noGrp="1"/>
          </p:cNvSpPr>
          <p:nvPr>
            <p:ph type="body" idx="7"/>
          </p:nvPr>
        </p:nvSpPr>
        <p:spPr>
          <a:xfrm>
            <a:off x="503498" y="4294182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71"/>
          <p:cNvSpPr txBox="1">
            <a:spLocks noGrp="1"/>
          </p:cNvSpPr>
          <p:nvPr>
            <p:ph type="body" idx="8"/>
          </p:nvPr>
        </p:nvSpPr>
        <p:spPr>
          <a:xfrm>
            <a:off x="4447505" y="3989509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5" name="Google Shape;275;p71"/>
          <p:cNvSpPr txBox="1">
            <a:spLocks noGrp="1"/>
          </p:cNvSpPr>
          <p:nvPr>
            <p:ph type="body" idx="9"/>
          </p:nvPr>
        </p:nvSpPr>
        <p:spPr>
          <a:xfrm>
            <a:off x="4447506" y="4294182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71"/>
          <p:cNvSpPr txBox="1">
            <a:spLocks noGrp="1"/>
          </p:cNvSpPr>
          <p:nvPr>
            <p:ph type="body" idx="13"/>
          </p:nvPr>
        </p:nvSpPr>
        <p:spPr>
          <a:xfrm>
            <a:off x="8390719" y="3989945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71"/>
          <p:cNvSpPr txBox="1">
            <a:spLocks noGrp="1"/>
          </p:cNvSpPr>
          <p:nvPr>
            <p:ph type="body" idx="14"/>
          </p:nvPr>
        </p:nvSpPr>
        <p:spPr>
          <a:xfrm>
            <a:off x="8390720" y="429461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8" name="Google Shape;278;p71"/>
          <p:cNvCxnSpPr/>
          <p:nvPr/>
        </p:nvCxnSpPr>
        <p:spPr>
          <a:xfrm rot="10800000">
            <a:off x="0" y="131064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7624722E-54D4-D557-E88B-06E3A1CEF9E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;p39">
            <a:extLst>
              <a:ext uri="{FF2B5EF4-FFF2-40B4-BE49-F238E27FC236}">
                <a16:creationId xmlns:a16="http://schemas.microsoft.com/office/drawing/2014/main" id="{0A2F0297-D213-E7FD-1CE3-182BE0704281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185677" y="188552"/>
            <a:ext cx="11635618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bg2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47827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 userDrawn="1">
  <p:cSld name="Back Cover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82" name="Google Shape;282;p73"/>
          <p:cNvCxnSpPr/>
          <p:nvPr/>
        </p:nvCxnSpPr>
        <p:spPr>
          <a:xfrm>
            <a:off x="0" y="5938925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4" name="Google Shape;284;p73"/>
          <p:cNvSpPr txBox="1">
            <a:spLocks noGrp="1"/>
          </p:cNvSpPr>
          <p:nvPr>
            <p:ph type="body" idx="3"/>
          </p:nvPr>
        </p:nvSpPr>
        <p:spPr>
          <a:xfrm>
            <a:off x="360552" y="4017987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  <a:defRPr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6" name="Google Shape;286;p73"/>
          <p:cNvSpPr>
            <a:spLocks noGrp="1"/>
          </p:cNvSpPr>
          <p:nvPr>
            <p:ph type="pic" idx="4"/>
          </p:nvPr>
        </p:nvSpPr>
        <p:spPr>
          <a:xfrm>
            <a:off x="6095603" y="0"/>
            <a:ext cx="609639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AB1A7C44-1208-42BE-E6D3-7D3B8BB5F3D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5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;p39">
            <a:extLst>
              <a:ext uri="{FF2B5EF4-FFF2-40B4-BE49-F238E27FC236}">
                <a16:creationId xmlns:a16="http://schemas.microsoft.com/office/drawing/2014/main" id="{5BC104E0-51D9-D6D6-D4AE-4209F381965F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185677" y="188552"/>
            <a:ext cx="5535973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6000">
                <a:solidFill>
                  <a:schemeClr val="bg2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01" userDrawn="1">
  <p:cSld name="1_3 Columns 01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101" name="Google Shape;101;p51"/>
          <p:cNvCxnSpPr>
            <a:cxnSpLocks/>
          </p:cNvCxnSpPr>
          <p:nvPr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51"/>
          <p:cNvSpPr txBox="1">
            <a:spLocks noGrp="1"/>
          </p:cNvSpPr>
          <p:nvPr>
            <p:ph type="body" idx="5"/>
          </p:nvPr>
        </p:nvSpPr>
        <p:spPr>
          <a:xfrm>
            <a:off x="9373210" y="2363764"/>
            <a:ext cx="2460840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1"/>
          <p:cNvSpPr txBox="1">
            <a:spLocks noGrp="1"/>
          </p:cNvSpPr>
          <p:nvPr>
            <p:ph type="body" idx="7"/>
          </p:nvPr>
        </p:nvSpPr>
        <p:spPr>
          <a:xfrm>
            <a:off x="9363202" y="257774"/>
            <a:ext cx="2460215" cy="59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4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08" name="Google Shape;108;p51"/>
          <p:cNvCxnSpPr>
            <a:cxnSpLocks/>
          </p:cNvCxnSpPr>
          <p:nvPr/>
        </p:nvCxnSpPr>
        <p:spPr>
          <a:xfrm>
            <a:off x="3025545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" name="Google Shape;109;p51"/>
          <p:cNvCxnSpPr>
            <a:cxnSpLocks/>
          </p:cNvCxnSpPr>
          <p:nvPr/>
        </p:nvCxnSpPr>
        <p:spPr>
          <a:xfrm>
            <a:off x="9126549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51"/>
          <p:cNvCxnSpPr/>
          <p:nvPr/>
        </p:nvCxnSpPr>
        <p:spPr>
          <a:xfrm>
            <a:off x="397" y="1060377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30;p32">
            <a:extLst>
              <a:ext uri="{FF2B5EF4-FFF2-40B4-BE49-F238E27FC236}">
                <a16:creationId xmlns:a16="http://schemas.microsoft.com/office/drawing/2014/main" id="{334D40BE-4A28-E021-3AC9-CB86DCAD35C8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08;p51">
            <a:extLst>
              <a:ext uri="{FF2B5EF4-FFF2-40B4-BE49-F238E27FC236}">
                <a16:creationId xmlns:a16="http://schemas.microsoft.com/office/drawing/2014/main" id="{76C8F1F7-9833-BBF8-E7B9-D7BF88108B07}"/>
              </a:ext>
            </a:extLst>
          </p:cNvPr>
          <p:cNvCxnSpPr>
            <a:cxnSpLocks/>
          </p:cNvCxnSpPr>
          <p:nvPr userDrawn="1"/>
        </p:nvCxnSpPr>
        <p:spPr>
          <a:xfrm>
            <a:off x="6093863" y="0"/>
            <a:ext cx="0" cy="593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5;p51">
            <a:extLst>
              <a:ext uri="{FF2B5EF4-FFF2-40B4-BE49-F238E27FC236}">
                <a16:creationId xmlns:a16="http://schemas.microsoft.com/office/drawing/2014/main" id="{45E49C7F-D843-CFE7-68F8-74F77F46AEFB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384790" y="2363764"/>
            <a:ext cx="2460840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" name="Google Shape;107;p51">
            <a:extLst>
              <a:ext uri="{FF2B5EF4-FFF2-40B4-BE49-F238E27FC236}">
                <a16:creationId xmlns:a16="http://schemas.microsoft.com/office/drawing/2014/main" id="{E3AAEB81-F47E-BAD9-3899-F335AAEBE434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374782" y="257774"/>
            <a:ext cx="2460215" cy="59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4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105;p51">
            <a:extLst>
              <a:ext uri="{FF2B5EF4-FFF2-40B4-BE49-F238E27FC236}">
                <a16:creationId xmlns:a16="http://schemas.microsoft.com/office/drawing/2014/main" id="{18F11BEF-B337-EEF5-E5E0-CCD9747992A4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3316472" y="2363764"/>
            <a:ext cx="2460840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" name="Google Shape;107;p51">
            <a:extLst>
              <a:ext uri="{FF2B5EF4-FFF2-40B4-BE49-F238E27FC236}">
                <a16:creationId xmlns:a16="http://schemas.microsoft.com/office/drawing/2014/main" id="{9401B989-10F0-1472-838A-D5586FB4B6FF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3306465" y="257774"/>
            <a:ext cx="2460215" cy="59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4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2" name="Google Shape;105;p51">
            <a:extLst>
              <a:ext uri="{FF2B5EF4-FFF2-40B4-BE49-F238E27FC236}">
                <a16:creationId xmlns:a16="http://schemas.microsoft.com/office/drawing/2014/main" id="{6DD27083-10E3-72B3-C033-25E9374FDCDD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273152" y="2363764"/>
            <a:ext cx="2460840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07;p51">
            <a:extLst>
              <a:ext uri="{FF2B5EF4-FFF2-40B4-BE49-F238E27FC236}">
                <a16:creationId xmlns:a16="http://schemas.microsoft.com/office/drawing/2014/main" id="{2AA05301-964A-EE63-A567-B37C6FEB01EC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263145" y="257774"/>
            <a:ext cx="2460215" cy="59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4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13691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01;p51">
            <a:extLst>
              <a:ext uri="{FF2B5EF4-FFF2-40B4-BE49-F238E27FC236}">
                <a16:creationId xmlns:a16="http://schemas.microsoft.com/office/drawing/2014/main" id="{3C72A85B-ECB2-BB38-BE26-DB301A35EF77}"/>
              </a:ext>
            </a:extLst>
          </p:cNvPr>
          <p:cNvCxnSpPr>
            <a:cxnSpLocks/>
          </p:cNvCxnSpPr>
          <p:nvPr userDrawn="1"/>
        </p:nvCxnSpPr>
        <p:spPr>
          <a:xfrm>
            <a:off x="0" y="9271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45;p57">
            <a:extLst>
              <a:ext uri="{FF2B5EF4-FFF2-40B4-BE49-F238E27FC236}">
                <a16:creationId xmlns:a16="http://schemas.microsoft.com/office/drawing/2014/main" id="{DF40899C-9C6A-5339-7CA3-8CDF05A5857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2" y="204332"/>
            <a:ext cx="1161685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145;p57">
            <a:extLst>
              <a:ext uri="{FF2B5EF4-FFF2-40B4-BE49-F238E27FC236}">
                <a16:creationId xmlns:a16="http://schemas.microsoft.com/office/drawing/2014/main" id="{706E2297-87EB-E467-64DD-FEBAF663B4A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04443" y="1064321"/>
            <a:ext cx="3604217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2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146;p57">
            <a:extLst>
              <a:ext uri="{FF2B5EF4-FFF2-40B4-BE49-F238E27FC236}">
                <a16:creationId xmlns:a16="http://schemas.microsoft.com/office/drawing/2014/main" id="{97BBA915-FDF2-5142-A4E4-5AA070043B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04443" y="3556894"/>
            <a:ext cx="360421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2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47;p57">
            <a:extLst>
              <a:ext uri="{FF2B5EF4-FFF2-40B4-BE49-F238E27FC236}">
                <a16:creationId xmlns:a16="http://schemas.microsoft.com/office/drawing/2014/main" id="{2D1CD141-04D9-74B4-83EA-F8FE14A26F9D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360552" y="1662731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48;p57">
            <a:extLst>
              <a:ext uri="{FF2B5EF4-FFF2-40B4-BE49-F238E27FC236}">
                <a16:creationId xmlns:a16="http://schemas.microsoft.com/office/drawing/2014/main" id="{91C96AEA-55FF-9806-6656-C43A1F71D1AB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6096397" y="1074295"/>
            <a:ext cx="3595141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2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9" name="Google Shape;149;p57">
            <a:extLst>
              <a:ext uri="{FF2B5EF4-FFF2-40B4-BE49-F238E27FC236}">
                <a16:creationId xmlns:a16="http://schemas.microsoft.com/office/drawing/2014/main" id="{DDE21A4A-D041-6E65-6BDD-E2778DE47FC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927100"/>
            <a:ext cx="0" cy="500380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" name="Google Shape;150;p57">
            <a:extLst>
              <a:ext uri="{FF2B5EF4-FFF2-40B4-BE49-F238E27FC236}">
                <a16:creationId xmlns:a16="http://schemas.microsoft.com/office/drawing/2014/main" id="{E35EBB3C-C774-151B-898E-4F4144075F26}"/>
              </a:ext>
            </a:extLst>
          </p:cNvPr>
          <p:cNvCxnSpPr/>
          <p:nvPr userDrawn="1"/>
        </p:nvCxnSpPr>
        <p:spPr>
          <a:xfrm>
            <a:off x="397" y="3419673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151;p57">
            <a:extLst>
              <a:ext uri="{FF2B5EF4-FFF2-40B4-BE49-F238E27FC236}">
                <a16:creationId xmlns:a16="http://schemas.microsoft.com/office/drawing/2014/main" id="{54DD870A-D61C-6F75-665C-D0B6895E4C2C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6241035" y="1662731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2" name="Google Shape;152;p57">
            <a:extLst>
              <a:ext uri="{FF2B5EF4-FFF2-40B4-BE49-F238E27FC236}">
                <a16:creationId xmlns:a16="http://schemas.microsoft.com/office/drawing/2014/main" id="{A3EFC627-D0D2-91B2-AB1A-F58F3652D4B3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360552" y="4155135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53;p57">
            <a:extLst>
              <a:ext uri="{FF2B5EF4-FFF2-40B4-BE49-F238E27FC236}">
                <a16:creationId xmlns:a16="http://schemas.microsoft.com/office/drawing/2014/main" id="{81E0B9D4-A10B-32CD-D1E4-BC7E37C7A451}"/>
              </a:ext>
            </a:extLst>
          </p:cNvPr>
          <p:cNvSpPr txBox="1">
            <a:spLocks noGrp="1"/>
          </p:cNvSpPr>
          <p:nvPr>
            <p:ph type="body" idx="8"/>
          </p:nvPr>
        </p:nvSpPr>
        <p:spPr>
          <a:xfrm>
            <a:off x="6096397" y="3556894"/>
            <a:ext cx="3595141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22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54;p57">
            <a:extLst>
              <a:ext uri="{FF2B5EF4-FFF2-40B4-BE49-F238E27FC236}">
                <a16:creationId xmlns:a16="http://schemas.microsoft.com/office/drawing/2014/main" id="{E05E502F-D413-7A57-1923-492BD0816E09}"/>
              </a:ext>
            </a:extLst>
          </p:cNvPr>
          <p:cNvSpPr txBox="1">
            <a:spLocks noGrp="1"/>
          </p:cNvSpPr>
          <p:nvPr>
            <p:ph type="body" idx="9"/>
          </p:nvPr>
        </p:nvSpPr>
        <p:spPr>
          <a:xfrm>
            <a:off x="6241035" y="4155135"/>
            <a:ext cx="5575317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96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3182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Icon Cards" userDrawn="1">
  <p:cSld name="1_3 Columns Icon Cards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3"/>
          <p:cNvSpPr txBox="1">
            <a:spLocks noGrp="1"/>
          </p:cNvSpPr>
          <p:nvPr>
            <p:ph type="sldNum" idx="12"/>
          </p:nvPr>
        </p:nvSpPr>
        <p:spPr>
          <a:xfrm>
            <a:off x="9126550" y="6319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09" name="Google Shape;209;p63"/>
          <p:cNvSpPr txBox="1">
            <a:spLocks noGrp="1"/>
          </p:cNvSpPr>
          <p:nvPr>
            <p:ph type="body" idx="3"/>
          </p:nvPr>
        </p:nvSpPr>
        <p:spPr>
          <a:xfrm>
            <a:off x="517353" y="5166454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0" name="Google Shape;210;p63"/>
          <p:cNvSpPr txBox="1">
            <a:spLocks noGrp="1"/>
          </p:cNvSpPr>
          <p:nvPr>
            <p:ph type="body" idx="4"/>
          </p:nvPr>
        </p:nvSpPr>
        <p:spPr>
          <a:xfrm>
            <a:off x="4272931" y="204332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3" name="Google Shape;213;p63"/>
          <p:cNvSpPr txBox="1">
            <a:spLocks noGrp="1"/>
          </p:cNvSpPr>
          <p:nvPr>
            <p:ph type="body" idx="5"/>
          </p:nvPr>
        </p:nvSpPr>
        <p:spPr>
          <a:xfrm>
            <a:off x="517354" y="420235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63"/>
          <p:cNvSpPr txBox="1">
            <a:spLocks noGrp="1"/>
          </p:cNvSpPr>
          <p:nvPr>
            <p:ph type="body" idx="6"/>
          </p:nvPr>
        </p:nvSpPr>
        <p:spPr>
          <a:xfrm>
            <a:off x="380335" y="3524537"/>
            <a:ext cx="357182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63"/>
          <p:cNvSpPr txBox="1">
            <a:spLocks noGrp="1"/>
          </p:cNvSpPr>
          <p:nvPr>
            <p:ph type="body" idx="8"/>
          </p:nvPr>
        </p:nvSpPr>
        <p:spPr>
          <a:xfrm>
            <a:off x="4451936" y="5166454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7" name="Google Shape;217;p63"/>
          <p:cNvSpPr txBox="1">
            <a:spLocks noGrp="1"/>
          </p:cNvSpPr>
          <p:nvPr>
            <p:ph type="body" idx="9"/>
          </p:nvPr>
        </p:nvSpPr>
        <p:spPr>
          <a:xfrm>
            <a:off x="4451937" y="420235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3"/>
          <p:cNvSpPr txBox="1">
            <a:spLocks noGrp="1"/>
          </p:cNvSpPr>
          <p:nvPr>
            <p:ph type="body" idx="13"/>
          </p:nvPr>
        </p:nvSpPr>
        <p:spPr>
          <a:xfrm>
            <a:off x="4314917" y="3524537"/>
            <a:ext cx="357182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63"/>
          <p:cNvSpPr txBox="1">
            <a:spLocks noGrp="1"/>
          </p:cNvSpPr>
          <p:nvPr>
            <p:ph type="body" idx="15"/>
          </p:nvPr>
        </p:nvSpPr>
        <p:spPr>
          <a:xfrm>
            <a:off x="8386518" y="5166454"/>
            <a:ext cx="329778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64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21" name="Google Shape;221;p63"/>
          <p:cNvSpPr txBox="1">
            <a:spLocks noGrp="1"/>
          </p:cNvSpPr>
          <p:nvPr>
            <p:ph type="body" idx="16"/>
          </p:nvPr>
        </p:nvSpPr>
        <p:spPr>
          <a:xfrm>
            <a:off x="8386519" y="4202357"/>
            <a:ext cx="3297782" cy="88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6858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63"/>
          <p:cNvSpPr txBox="1">
            <a:spLocks noGrp="1"/>
          </p:cNvSpPr>
          <p:nvPr>
            <p:ph type="body" idx="17"/>
          </p:nvPr>
        </p:nvSpPr>
        <p:spPr>
          <a:xfrm>
            <a:off x="8249499" y="3524537"/>
            <a:ext cx="357182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Google Shape;101;p51">
            <a:extLst>
              <a:ext uri="{FF2B5EF4-FFF2-40B4-BE49-F238E27FC236}">
                <a16:creationId xmlns:a16="http://schemas.microsoft.com/office/drawing/2014/main" id="{A163F678-5855-DD16-1B4C-F7B8007466AC}"/>
              </a:ext>
            </a:extLst>
          </p:cNvPr>
          <p:cNvCxnSpPr>
            <a:cxnSpLocks/>
          </p:cNvCxnSpPr>
          <p:nvPr userDrawn="1"/>
        </p:nvCxnSpPr>
        <p:spPr>
          <a:xfrm>
            <a:off x="0" y="59309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210;p63">
            <a:extLst>
              <a:ext uri="{FF2B5EF4-FFF2-40B4-BE49-F238E27FC236}">
                <a16:creationId xmlns:a16="http://schemas.microsoft.com/office/drawing/2014/main" id="{18389DF8-B132-53CE-F434-7758C02CBFA7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8195959" y="204332"/>
            <a:ext cx="3632797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6" name="Google Shape;30;p32">
            <a:extLst>
              <a:ext uri="{FF2B5EF4-FFF2-40B4-BE49-F238E27FC236}">
                <a16:creationId xmlns:a16="http://schemas.microsoft.com/office/drawing/2014/main" id="{19BB9ECA-4F33-0235-2E91-C8EF5F4A8F3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363085" y="6326982"/>
            <a:ext cx="563276" cy="15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45;p57">
            <a:extLst>
              <a:ext uri="{FF2B5EF4-FFF2-40B4-BE49-F238E27FC236}">
                <a16:creationId xmlns:a16="http://schemas.microsoft.com/office/drawing/2014/main" id="{53C19B1D-A678-834F-5864-B0D7BF48868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4443" y="204331"/>
            <a:ext cx="3604217" cy="57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1143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>
                <a:solidFill>
                  <a:schemeClr val="dk1"/>
                </a:solidFill>
              </a:defRPr>
            </a:lvl2pPr>
            <a:lvl3pPr marL="685800" lvl="2" indent="-241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>
                <a:solidFill>
                  <a:schemeClr val="dk1"/>
                </a:solidFill>
              </a:defRPr>
            </a:lvl3pPr>
            <a:lvl4pPr marL="9144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4pPr>
            <a:lvl5pPr marL="1143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>
                <a:solidFill>
                  <a:schemeClr val="dk1"/>
                </a:solidFill>
              </a:defRPr>
            </a:lvl5pPr>
            <a:lvl6pPr marL="1371600" lvl="5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1600200" lvl="6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1828800" lvl="7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2057400" lvl="8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CB3A0AB-CD3E-0A42-C5DF-7384D3C59F3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40219" y="1071728"/>
            <a:ext cx="3452052" cy="20288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5F90C976-C04B-870B-0F27-49433F171B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74801" y="1071728"/>
            <a:ext cx="3452052" cy="20288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33838EA2-872F-36F0-8D4D-23BABA8397D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309383" y="1071728"/>
            <a:ext cx="3452052" cy="20288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Times New Roman"/>
              <a:buNone/>
              <a:defRPr sz="12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noProof="0" dirty="0"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5EFE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799" r:id="rId2"/>
    <p:sldLayoutId id="2147483804" r:id="rId3"/>
    <p:sldLayoutId id="2147483650" r:id="rId4"/>
    <p:sldLayoutId id="2147483651" r:id="rId5"/>
    <p:sldLayoutId id="2147483652" r:id="rId6"/>
    <p:sldLayoutId id="2147483673" r:id="rId7"/>
    <p:sldLayoutId id="2147483716" r:id="rId8"/>
    <p:sldLayoutId id="2147483719" r:id="rId9"/>
    <p:sldLayoutId id="2147483717" r:id="rId10"/>
    <p:sldLayoutId id="2147483721" r:id="rId11"/>
    <p:sldLayoutId id="2147483720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  <p:sldLayoutId id="2147483660" r:id="rId20"/>
    <p:sldLayoutId id="2147483874" r:id="rId21"/>
    <p:sldLayoutId id="2147483875" r:id="rId22"/>
    <p:sldLayoutId id="2147483661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662" r:id="rId31"/>
    <p:sldLayoutId id="2147483663" r:id="rId32"/>
    <p:sldLayoutId id="2147483664" r:id="rId33"/>
    <p:sldLayoutId id="2147483665" r:id="rId34"/>
    <p:sldLayoutId id="2147483666" r:id="rId35"/>
    <p:sldLayoutId id="2147483870" r:id="rId36"/>
    <p:sldLayoutId id="2147483871" r:id="rId37"/>
    <p:sldLayoutId id="2147483872" r:id="rId38"/>
    <p:sldLayoutId id="2147483873" r:id="rId39"/>
    <p:sldLayoutId id="2147483846" r:id="rId40"/>
    <p:sldLayoutId id="2147483847" r:id="rId41"/>
    <p:sldLayoutId id="2147483707" r:id="rId42"/>
    <p:sldLayoutId id="2147483730" r:id="rId43"/>
    <p:sldLayoutId id="2147483849" r:id="rId44"/>
    <p:sldLayoutId id="2147483723" r:id="rId45"/>
    <p:sldLayoutId id="2147483851" r:id="rId46"/>
    <p:sldLayoutId id="2147483852" r:id="rId47"/>
    <p:sldLayoutId id="2147483853" r:id="rId48"/>
    <p:sldLayoutId id="2147483854" r:id="rId49"/>
    <p:sldLayoutId id="2147483855" r:id="rId50"/>
    <p:sldLayoutId id="2147483856" r:id="rId51"/>
    <p:sldLayoutId id="2147483857" r:id="rId52"/>
    <p:sldLayoutId id="2147483858" r:id="rId53"/>
    <p:sldLayoutId id="2147483860" r:id="rId54"/>
    <p:sldLayoutId id="2147483861" r:id="rId55"/>
    <p:sldLayoutId id="2147483862" r:id="rId56"/>
    <p:sldLayoutId id="2147483863" r:id="rId57"/>
    <p:sldLayoutId id="2147483864" r:id="rId58"/>
    <p:sldLayoutId id="2147483877" r:id="rId59"/>
    <p:sldLayoutId id="2147483667" r:id="rId60"/>
    <p:sldLayoutId id="2147483668" r:id="rId61"/>
    <p:sldLayoutId id="2147483669" r:id="rId62"/>
    <p:sldLayoutId id="2147483709" r:id="rId63"/>
    <p:sldLayoutId id="2147483671" r:id="rId64"/>
    <p:sldLayoutId id="2147483805" r:id="rId65"/>
    <p:sldLayoutId id="2147483806" r:id="rId66"/>
    <p:sldLayoutId id="2147483771" r:id="rId6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1243" userDrawn="1">
          <p15:clr>
            <a:srgbClr val="F26B43"/>
          </p15:clr>
        </p15:guide>
        <p15:guide id="4" pos="1357" userDrawn="1">
          <p15:clr>
            <a:srgbClr val="F26B43"/>
          </p15:clr>
        </p15:guide>
        <p15:guide id="5" pos="1470" userDrawn="1">
          <p15:clr>
            <a:srgbClr val="F26B43"/>
          </p15:clr>
        </p15:guide>
        <p15:guide id="6" pos="2479" userDrawn="1">
          <p15:clr>
            <a:srgbClr val="F26B43"/>
          </p15:clr>
        </p15:guide>
        <p15:guide id="7" pos="2593" userDrawn="1">
          <p15:clr>
            <a:srgbClr val="F26B43"/>
          </p15:clr>
        </p15:guide>
        <p15:guide id="8" pos="2706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pos="3727" userDrawn="1">
          <p15:clr>
            <a:srgbClr val="F26B43"/>
          </p15:clr>
        </p15:guide>
        <p15:guide id="11" pos="3953" userDrawn="1">
          <p15:clr>
            <a:srgbClr val="F26B43"/>
          </p15:clr>
        </p15:guide>
        <p15:guide id="12" pos="4963" userDrawn="1">
          <p15:clr>
            <a:srgbClr val="F26B43"/>
          </p15:clr>
        </p15:guide>
        <p15:guide id="13" pos="5076" userDrawn="1">
          <p15:clr>
            <a:srgbClr val="F26B43"/>
          </p15:clr>
        </p15:guide>
        <p15:guide id="14" pos="5189" userDrawn="1">
          <p15:clr>
            <a:srgbClr val="F26B43"/>
          </p15:clr>
        </p15:guide>
        <p15:guide id="15" pos="6312" userDrawn="1">
          <p15:clr>
            <a:srgbClr val="F26B43"/>
          </p15:clr>
        </p15:guide>
        <p15:guide id="16" pos="6199" userDrawn="1">
          <p15:clr>
            <a:srgbClr val="F26B43"/>
          </p15:clr>
        </p15:guide>
        <p15:guide id="17" pos="6425" userDrawn="1">
          <p15:clr>
            <a:srgbClr val="F26B43"/>
          </p15:clr>
        </p15:guide>
        <p15:guide id="18" pos="7446" userDrawn="1">
          <p15:clr>
            <a:srgbClr val="F26B43"/>
          </p15:clr>
        </p15:guide>
        <p15:guide id="19" orient="horz" pos="346" userDrawn="1">
          <p15:clr>
            <a:srgbClr val="F26B43"/>
          </p15:clr>
        </p15:guide>
        <p15:guide id="20" orient="horz" pos="584" userDrawn="1">
          <p15:clr>
            <a:srgbClr val="F26B43"/>
          </p15:clr>
        </p15:guide>
        <p15:guide id="21" orient="horz" pos="822" userDrawn="1">
          <p15:clr>
            <a:srgbClr val="F26B43"/>
          </p15:clr>
        </p15:guide>
        <p15:guide id="22" orient="horz" pos="3510" userDrawn="1">
          <p15:clr>
            <a:srgbClr val="F26B43"/>
          </p15:clr>
        </p15:guide>
        <p15:guide id="23" orient="horz" pos="3736" userDrawn="1">
          <p15:clr>
            <a:srgbClr val="F26B43"/>
          </p15:clr>
        </p15:guide>
        <p15:guide id="24" orient="horz" pos="3986" userDrawn="1">
          <p15:clr>
            <a:srgbClr val="F26B43"/>
          </p15:clr>
        </p15:guide>
        <p15:guide id="25" orient="horz" pos="40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3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4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5.xml"/><Relationship Id="rId4" Type="http://schemas.openxmlformats.org/officeDocument/2006/relationships/chart" Target="../charts/char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5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"/>
          <p:cNvSpPr txBox="1">
            <a:spLocks noGrp="1"/>
          </p:cNvSpPr>
          <p:nvPr>
            <p:ph type="title"/>
          </p:nvPr>
        </p:nvSpPr>
        <p:spPr>
          <a:xfrm>
            <a:off x="4296172" y="2733653"/>
            <a:ext cx="752475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endParaRPr lang="en-US" sz="6000" dirty="0"/>
          </a:p>
        </p:txBody>
      </p:sp>
      <p:sp>
        <p:nvSpPr>
          <p:cNvPr id="19" name="Google Shape;19;p28"/>
          <p:cNvSpPr txBox="1"/>
          <p:nvPr/>
        </p:nvSpPr>
        <p:spPr>
          <a:xfrm>
            <a:off x="9151175" y="6333147"/>
            <a:ext cx="21500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algn="r">
              <a:buClr>
                <a:schemeClr val="dk2"/>
              </a:buClr>
              <a:buSzPts val="2000"/>
            </a:pPr>
            <a:r>
              <a:rPr lang="en-US" sz="10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</a:t>
            </a:r>
            <a:r>
              <a:rPr lang="en-US" sz="1000" dirty="0">
                <a:solidFill>
                  <a:schemeClr val="dk2"/>
                </a:solidFill>
              </a:rPr>
              <a:t>October 20th</a:t>
            </a:r>
            <a:endParaRPr lang="en-US" sz="12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>
          <a:extLst>
            <a:ext uri="{FF2B5EF4-FFF2-40B4-BE49-F238E27FC236}">
              <a16:creationId xmlns:a16="http://schemas.microsoft.com/office/drawing/2014/main" id="{D90E9AD0-3A47-DB59-79C4-D900F79D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>
            <a:extLst>
              <a:ext uri="{FF2B5EF4-FFF2-40B4-BE49-F238E27FC236}">
                <a16:creationId xmlns:a16="http://schemas.microsoft.com/office/drawing/2014/main" id="{3084FF93-0031-844B-799A-F4321931D4E0}"/>
              </a:ext>
            </a:extLst>
          </p:cNvPr>
          <p:cNvSpPr txBox="1"/>
          <p:nvPr/>
        </p:nvSpPr>
        <p:spPr>
          <a:xfrm>
            <a:off x="9151175" y="6333147"/>
            <a:ext cx="21500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algn="r">
              <a:buClr>
                <a:schemeClr val="dk2"/>
              </a:buClr>
              <a:buSzPts val="2000"/>
            </a:pPr>
            <a:r>
              <a:rPr lang="en-US" sz="10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</a:t>
            </a:r>
            <a:r>
              <a:rPr lang="en-US" sz="1000" dirty="0">
                <a:solidFill>
                  <a:schemeClr val="dk2"/>
                </a:solidFill>
              </a:rPr>
              <a:t>October 20th</a:t>
            </a:r>
            <a:endParaRPr lang="en-US" sz="1200" dirty="0">
              <a:solidFill>
                <a:schemeClr val="dk2"/>
              </a:solidFill>
            </a:endParaRPr>
          </a:p>
        </p:txBody>
      </p:sp>
      <p:sp>
        <p:nvSpPr>
          <p:cNvPr id="3" name="Google Shape;621;p1">
            <a:extLst>
              <a:ext uri="{FF2B5EF4-FFF2-40B4-BE49-F238E27FC236}">
                <a16:creationId xmlns:a16="http://schemas.microsoft.com/office/drawing/2014/main" id="{83535E9E-B15B-F1D1-39B9-D1F521507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172" y="2733653"/>
            <a:ext cx="752475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endParaRPr lang="en-US" sz="6000" dirty="0"/>
          </a:p>
        </p:txBody>
      </p:sp>
      <p:sp>
        <p:nvSpPr>
          <p:cNvPr id="4" name="Google Shape;20;p28">
            <a:extLst>
              <a:ext uri="{FF2B5EF4-FFF2-40B4-BE49-F238E27FC236}">
                <a16:creationId xmlns:a16="http://schemas.microsoft.com/office/drawing/2014/main" id="{D04FE337-28E2-55A3-7B4B-ECEA5319551D}"/>
              </a:ext>
            </a:extLst>
          </p:cNvPr>
          <p:cNvSpPr txBox="1"/>
          <p:nvPr/>
        </p:nvSpPr>
        <p:spPr>
          <a:xfrm>
            <a:off x="4284601" y="6319800"/>
            <a:ext cx="21500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>
              <a:buClr>
                <a:schemeClr val="dk2"/>
              </a:buClr>
              <a:buSzPts val="2000"/>
            </a:pPr>
            <a:r>
              <a:rPr lang="en-US" sz="10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for </a:t>
            </a:r>
            <a:r>
              <a:rPr lang="en-US" sz="1000" dirty="0">
                <a:solidFill>
                  <a:schemeClr val="dk2"/>
                </a:solidFill>
                <a:latin typeface="+mj-lt"/>
                <a:ea typeface="Times New Roman"/>
                <a:cs typeface="Times New Roman"/>
                <a:sym typeface="Times New Roman"/>
              </a:rPr>
              <a:t>Add Client Name</a:t>
            </a:r>
            <a:endParaRPr lang="en-US" sz="3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696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2637-19A5-9A34-35F1-7FCC07FF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CA55C-ACAC-1C3B-8ABB-25B07064F7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5C678-AC4F-5484-4A8F-BEAF8687A6C2}"/>
              </a:ext>
            </a:extLst>
          </p:cNvPr>
          <p:cNvSpPr txBox="1">
            <a:spLocks/>
          </p:cNvSpPr>
          <p:nvPr/>
        </p:nvSpPr>
        <p:spPr>
          <a:xfrm>
            <a:off x="332111" y="831854"/>
            <a:ext cx="5763889" cy="196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35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000" dirty="0"/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Times New Roman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latin typeface="Times New Roman"/>
                <a:cs typeface="Times New Roman"/>
                <a:sym typeface="Times New Roman"/>
              </a:rPr>
              <a:t>Heading/Title Font</a:t>
            </a:r>
          </a:p>
          <a:p>
            <a:pPr>
              <a:lnSpc>
                <a:spcPct val="100000"/>
              </a:lnSpc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Aft>
                <a:spcPts val="400"/>
              </a:spcAft>
            </a:pPr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 C D E F G H I J K L M N O P Q R S T U V W X Y Z</a:t>
            </a:r>
          </a:p>
          <a:p>
            <a:pPr marL="0">
              <a:lnSpc>
                <a:spcPts val="1500"/>
              </a:lnSpc>
              <a:spcAft>
                <a:spcPts val="400"/>
              </a:spcAft>
            </a:pPr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 c d e f g h i j k l m n o p q r s t u v w x y z</a:t>
            </a:r>
            <a:endParaRPr lang="en-US" sz="15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0A44B2C-F97B-10ED-3006-7B5A49823256}"/>
              </a:ext>
            </a:extLst>
          </p:cNvPr>
          <p:cNvSpPr txBox="1">
            <a:spLocks/>
          </p:cNvSpPr>
          <p:nvPr/>
        </p:nvSpPr>
        <p:spPr>
          <a:xfrm>
            <a:off x="332111" y="3318352"/>
            <a:ext cx="5124206" cy="196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35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Tx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000" dirty="0"/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  <a:cs typeface="Times New Roman"/>
                <a:sym typeface="Times New Roman"/>
              </a:rPr>
              <a:t>Arial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50" dirty="0">
                <a:latin typeface="+mj-lt"/>
                <a:cs typeface="Times New Roman"/>
                <a:sym typeface="Times New Roman"/>
              </a:rPr>
              <a:t>Body Font</a:t>
            </a:r>
          </a:p>
          <a:p>
            <a:pPr>
              <a:lnSpc>
                <a:spcPct val="100000"/>
              </a:lnSpc>
            </a:pPr>
            <a:endParaRPr lang="en-US" sz="1000" dirty="0"/>
          </a:p>
          <a:p>
            <a:pPr marL="0">
              <a:spcAft>
                <a:spcPts val="400"/>
              </a:spcAft>
            </a:pPr>
            <a:r>
              <a:rPr lang="pt-BR" sz="1500" dirty="0">
                <a:latin typeface="+mj-lt"/>
                <a:cs typeface="Times New Roman" panose="02020603050405020304" pitchFamily="18" charset="0"/>
              </a:rPr>
              <a:t>A B C D E F G H I J K L M N O P Q R S T U V W X Y Z</a:t>
            </a:r>
          </a:p>
          <a:p>
            <a:pPr marL="0">
              <a:lnSpc>
                <a:spcPts val="1500"/>
              </a:lnSpc>
              <a:spcAft>
                <a:spcPts val="400"/>
              </a:spcAft>
            </a:pPr>
            <a:r>
              <a:rPr lang="pt-BR" sz="1500" dirty="0">
                <a:latin typeface="+mj-lt"/>
                <a:cs typeface="Times New Roman" panose="02020603050405020304" pitchFamily="18" charset="0"/>
              </a:rPr>
              <a:t>a b c d e f g h i j k l m n o p q r s t u v w x y z</a:t>
            </a:r>
            <a:endParaRPr lang="en-US" sz="1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99066-B76A-2E4D-7339-2940E56DE04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554111" y="2510632"/>
            <a:ext cx="4315639" cy="918368"/>
          </a:xfrm>
        </p:spPr>
        <p:txBody>
          <a:bodyPr/>
          <a:lstStyle/>
          <a:p>
            <a:r>
              <a:rPr lang="en-US" dirty="0"/>
              <a:t>Typography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2383C-0908-58FE-2567-F2E96D66565D}"/>
              </a:ext>
            </a:extLst>
          </p:cNvPr>
          <p:cNvSpPr txBox="1">
            <a:spLocks/>
          </p:cNvSpPr>
          <p:nvPr/>
        </p:nvSpPr>
        <p:spPr>
          <a:xfrm>
            <a:off x="7554111" y="2969816"/>
            <a:ext cx="3784941" cy="91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114300" algn="l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6000" b="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-241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143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371600" marR="0" lvl="5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600200" marR="0" lvl="6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828800" marR="0" lvl="7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057400" marR="0" lvl="8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0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0390AB-A73C-BAE7-112A-8EA20B081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727D0-DC89-1AEA-9E1D-0FB33331EAA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5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endParaRPr lang="en-US" dirty="0"/>
          </a:p>
        </p:txBody>
      </p:sp>
      <p:sp>
        <p:nvSpPr>
          <p:cNvPr id="6" name="Google Shape;628;p2">
            <a:extLst>
              <a:ext uri="{FF2B5EF4-FFF2-40B4-BE49-F238E27FC236}">
                <a16:creationId xmlns:a16="http://schemas.microsoft.com/office/drawing/2014/main" id="{A30B5884-97B8-18B5-6FF4-A4B40345FA4C}"/>
              </a:ext>
            </a:extLst>
          </p:cNvPr>
          <p:cNvSpPr txBox="1"/>
          <p:nvPr/>
        </p:nvSpPr>
        <p:spPr>
          <a:xfrm>
            <a:off x="338254" y="2036386"/>
            <a:ext cx="11449844" cy="36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Lorem ipsum dolor sit amet,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consectetuer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adipiscing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sed diam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nonummy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nibh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euismod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tincidunt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laoreet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dolore magna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aliquam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erat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volutpat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Ut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wisi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enim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 minim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veniam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quis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nostrud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tation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ullamcorper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suscipit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lobortis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nisl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aliquip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commodo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consequat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>
              <a:lnSpc>
                <a:spcPct val="85000"/>
              </a:lnSpc>
              <a:spcBef>
                <a:spcPts val="3250"/>
              </a:spcBef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Duis autem vel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eum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iriure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dolor in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hendrerit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vulputate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molestie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consequat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vel illum dolore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feugiat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facilisis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vero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eros et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accumsan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iusto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odio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dignissim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blandit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praesent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luptatum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zzril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delenit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augue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duis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dolore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feugait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</a:t>
            </a: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facilisi.</a:t>
            </a:r>
            <a:endParaRPr lang="en-US" sz="350" dirty="0"/>
          </a:p>
        </p:txBody>
      </p:sp>
    </p:spTree>
    <p:extLst>
      <p:ext uri="{BB962C8B-B14F-4D97-AF65-F5344CB8AC3E}">
        <p14:creationId xmlns:p14="http://schemas.microsoft.com/office/powerpoint/2010/main" val="160903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21FD39-6D61-0FFF-D5E5-61A61D907C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443AC-1FC4-BFEC-547B-E82F76724F9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noProof="0" dirty="0"/>
              <a:t>Index</a:t>
            </a:r>
          </a:p>
        </p:txBody>
      </p:sp>
      <p:sp>
        <p:nvSpPr>
          <p:cNvPr id="4" name="Google Shape;635;p3">
            <a:extLst>
              <a:ext uri="{FF2B5EF4-FFF2-40B4-BE49-F238E27FC236}">
                <a16:creationId xmlns:a16="http://schemas.microsoft.com/office/drawing/2014/main" id="{00455777-1BCB-6359-047F-A558DDC42BB7}"/>
              </a:ext>
            </a:extLst>
          </p:cNvPr>
          <p:cNvSpPr txBox="1"/>
          <p:nvPr/>
        </p:nvSpPr>
        <p:spPr>
          <a:xfrm>
            <a:off x="4296173" y="190564"/>
            <a:ext cx="752475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lang="en-US" sz="55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lang="en-US" sz="54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lang="en-US" sz="55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lang="en-US" sz="55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lang="en-US" sz="55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lang="en-US" sz="55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9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8739EB-CA50-FCBF-7DA6-8CBD19678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8B670-A134-402C-2868-4A4BB18E369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8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5C94B6-F051-9B7B-BF63-05EBE9AEAD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5736D-655F-19C5-A5A6-A9E1CDC85F4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16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EF18-E28D-65AA-E621-D2DE8EAD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9197E-FCDD-AB93-CA2F-42D5887211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5970A-D240-5FED-E2F3-9471D18A90F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Section </a:t>
            </a:r>
            <a:r>
              <a:rPr lang="en-US" sz="55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8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6A8F5-DFCE-401D-A4B9-B4D39B3FC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90EDEE-9375-55B4-CAC2-4986098897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2DA20-237C-8DB8-F2AF-D420EEBF6B4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Section </a:t>
            </a:r>
            <a:r>
              <a:rPr lang="en-US" sz="55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73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5B238-828B-CC97-C5ED-60A46B929D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F685-F04E-6436-CA31-C75DCA57300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Section </a:t>
            </a:r>
            <a:r>
              <a:rPr lang="en-US" sz="55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50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97603-866F-E155-B234-6798D6B0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B9B8F4-3B47-86A4-F9C6-23A49A57F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FC1D4-5669-848A-73F7-C13BBE50BC9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Section </a:t>
            </a:r>
            <a:r>
              <a:rPr lang="en-US" sz="55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9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6E44-9521-607B-1680-7CD6220F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95EC52-DC65-C9C5-8A7C-7D3EE18A1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E9B8B-FB3D-5624-FDE4-AC1BDBAC6E2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Section </a:t>
            </a:r>
            <a:r>
              <a:rPr lang="en-US" sz="55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64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F324-8F12-1A3A-DEF9-FFFF752D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7CAD3-8D3D-07A8-8092-D72B6FC8CE4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3B50F-157B-8457-8C75-F87DF42985A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Section </a:t>
            </a:r>
            <a:r>
              <a:rPr lang="en-US" sz="55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0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7B8EA69-DB97-AA68-1D11-97E7035228AC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2CAA5-B42A-FFA9-B225-D168E8F0D1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7A918-14CA-2D65-6B25-AE126FBDD23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lt1"/>
                </a:solidFill>
              </a:rPr>
              <a:t>We are </a:t>
            </a:r>
            <a:r>
              <a:rPr lang="en-US" sz="5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proud</a:t>
            </a:r>
            <a:r>
              <a:rPr lang="en-US" dirty="0">
                <a:solidFill>
                  <a:schemeClr val="lt1"/>
                </a:solidFill>
              </a:rPr>
              <a:t> to specialize in select industries to provide the most value to our </a:t>
            </a:r>
            <a:r>
              <a:rPr lang="en-US" sz="5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r>
              <a:rPr lang="en-US" dirty="0">
                <a:solidFill>
                  <a:schemeClr val="lt1"/>
                </a:solidFill>
              </a:rPr>
              <a:t> and their </a:t>
            </a:r>
            <a:r>
              <a:rPr lang="en-US" sz="5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r>
              <a:rPr lang="en-US" dirty="0">
                <a:solidFill>
                  <a:schemeClr val="lt1"/>
                </a:solidFill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08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BCFF99-4F94-7181-9357-88D2EF7444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3BDF8-43A7-109B-06AA-3293FCDCC6B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275" y="3974572"/>
            <a:ext cx="11483297" cy="2210328"/>
          </a:xfrm>
        </p:spPr>
        <p:txBody>
          <a:bodyPr>
            <a:normAutofit/>
          </a:bodyPr>
          <a:lstStyle/>
          <a:p>
            <a:pPr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8" name="Google Shape;670;p8">
            <a:extLst>
              <a:ext uri="{FF2B5EF4-FFF2-40B4-BE49-F238E27FC236}">
                <a16:creationId xmlns:a16="http://schemas.microsoft.com/office/drawing/2014/main" id="{4B26454C-B412-9177-A75F-9C2ABD3575C0}"/>
              </a:ext>
            </a:extLst>
          </p:cNvPr>
          <p:cNvSpPr txBox="1">
            <a:spLocks/>
          </p:cNvSpPr>
          <p:nvPr/>
        </p:nvSpPr>
        <p:spPr>
          <a:xfrm>
            <a:off x="332112" y="296502"/>
            <a:ext cx="5535613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11000"/>
              <a:buNone/>
            </a:pP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Trusted</a:t>
            </a:r>
            <a:br>
              <a:rPr lang="en-US" sz="2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6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Space</a:t>
            </a:r>
          </a:p>
          <a:p>
            <a:pPr marL="0" indent="0">
              <a:lnSpc>
                <a:spcPct val="85000"/>
              </a:lnSpc>
              <a:buClr>
                <a:schemeClr val="dk1"/>
              </a:buClr>
              <a:buSzPts val="12000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27095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"/>
          <p:cNvSpPr txBox="1">
            <a:spLocks noGrp="1"/>
          </p:cNvSpPr>
          <p:nvPr>
            <p:ph type="sldNum" idx="12"/>
          </p:nvPr>
        </p:nvSpPr>
        <p:spPr>
          <a:xfrm>
            <a:off x="9125712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70" name="Google Shape;670;p8"/>
          <p:cNvSpPr txBox="1">
            <a:spLocks noGrp="1"/>
          </p:cNvSpPr>
          <p:nvPr>
            <p:ph type="body" idx="4294967295"/>
          </p:nvPr>
        </p:nvSpPr>
        <p:spPr>
          <a:xfrm>
            <a:off x="332112" y="296502"/>
            <a:ext cx="5535613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11000"/>
              <a:buNone/>
            </a:pP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Trusted</a:t>
            </a:r>
            <a:b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6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Space</a:t>
            </a:r>
          </a:p>
          <a:p>
            <a:pPr marL="0" indent="0">
              <a:lnSpc>
                <a:spcPct val="85000"/>
              </a:lnSpc>
              <a:spcBef>
                <a:spcPts val="1000"/>
              </a:spcBef>
              <a:buClr>
                <a:schemeClr val="dk1"/>
              </a:buClr>
              <a:buSzPts val="12000"/>
              <a:buNone/>
            </a:pPr>
            <a:endParaRPr lang="en-US" dirty="0"/>
          </a:p>
        </p:txBody>
      </p:sp>
      <p:sp>
        <p:nvSpPr>
          <p:cNvPr id="671" name="Google Shape;671;p8"/>
          <p:cNvSpPr txBox="1">
            <a:spLocks noGrp="1"/>
          </p:cNvSpPr>
          <p:nvPr>
            <p:ph type="body" idx="4294967295"/>
          </p:nvPr>
        </p:nvSpPr>
        <p:spPr>
          <a:xfrm>
            <a:off x="6255833" y="296502"/>
            <a:ext cx="5535613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11000"/>
              <a:buNone/>
            </a:pP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Trusted</a:t>
            </a:r>
            <a:br>
              <a:rPr lang="en-US" sz="55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6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Space</a:t>
            </a:r>
          </a:p>
          <a:p>
            <a:pPr marL="0" indent="0">
              <a:lnSpc>
                <a:spcPct val="85000"/>
              </a:lnSpc>
              <a:spcBef>
                <a:spcPts val="1000"/>
              </a:spcBef>
              <a:buClr>
                <a:schemeClr val="dk1"/>
              </a:buClr>
              <a:buSzPts val="12000"/>
              <a:buNone/>
            </a:pPr>
            <a:endParaRPr lang="en-US" dirty="0"/>
          </a:p>
        </p:txBody>
      </p:sp>
      <p:sp>
        <p:nvSpPr>
          <p:cNvPr id="672" name="Google Shape;672;p8"/>
          <p:cNvSpPr txBox="1">
            <a:spLocks noGrp="1"/>
          </p:cNvSpPr>
          <p:nvPr>
            <p:ph type="body" idx="4"/>
          </p:nvPr>
        </p:nvSpPr>
        <p:spPr>
          <a:xfrm>
            <a:off x="6247772" y="3974572"/>
            <a:ext cx="5578591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 lang="en-US" dirty="0"/>
          </a:p>
        </p:txBody>
      </p:sp>
      <p:sp>
        <p:nvSpPr>
          <p:cNvPr id="673" name="Google Shape;673;p8"/>
          <p:cNvSpPr txBox="1">
            <a:spLocks noGrp="1"/>
          </p:cNvSpPr>
          <p:nvPr>
            <p:ph type="body" idx="5"/>
          </p:nvPr>
        </p:nvSpPr>
        <p:spPr>
          <a:xfrm>
            <a:off x="337626" y="3974572"/>
            <a:ext cx="5578591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80" name="Google Shape;680;p9"/>
          <p:cNvSpPr txBox="1">
            <a:spLocks noGrp="1"/>
          </p:cNvSpPr>
          <p:nvPr>
            <p:ph type="body" idx="4294967295"/>
          </p:nvPr>
        </p:nvSpPr>
        <p:spPr>
          <a:xfrm>
            <a:off x="332112" y="296502"/>
            <a:ext cx="5535613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11000"/>
              <a:buNone/>
            </a:pP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Trusted</a:t>
            </a:r>
            <a:b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6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55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Space</a:t>
            </a:r>
          </a:p>
        </p:txBody>
      </p:sp>
      <p:sp>
        <p:nvSpPr>
          <p:cNvPr id="681" name="Google Shape;681;p9"/>
          <p:cNvSpPr txBox="1">
            <a:spLocks noGrp="1"/>
          </p:cNvSpPr>
          <p:nvPr>
            <p:ph type="body" idx="3"/>
          </p:nvPr>
        </p:nvSpPr>
        <p:spPr>
          <a:xfrm>
            <a:off x="337626" y="3974572"/>
            <a:ext cx="5578591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We are a strong partner to Medtronic and have the ability to address key business issues across a variety of product categories.</a:t>
            </a:r>
          </a:p>
        </p:txBody>
      </p:sp>
      <p:sp>
        <p:nvSpPr>
          <p:cNvPr id="682" name="Google Shape;682;p9"/>
          <p:cNvSpPr>
            <a:spLocks noGrp="1"/>
          </p:cNvSpPr>
          <p:nvPr>
            <p:ph type="pic" idx="4"/>
          </p:nvPr>
        </p:nvSpPr>
        <p:spPr>
          <a:xfrm>
            <a:off x="6275785" y="386557"/>
            <a:ext cx="5545138" cy="5184775"/>
          </a:xfrm>
          <a:prstGeom prst="roundRect">
            <a:avLst>
              <a:gd name="adj" fmla="val 2705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89" name="Google Shape;689;p10"/>
          <p:cNvSpPr txBox="1">
            <a:spLocks noGrp="1"/>
          </p:cNvSpPr>
          <p:nvPr>
            <p:ph type="body" idx="2"/>
          </p:nvPr>
        </p:nvSpPr>
        <p:spPr>
          <a:xfrm>
            <a:off x="317207" y="3572934"/>
            <a:ext cx="5535613" cy="219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  <a:buSzPts val="11000"/>
            </a:pPr>
            <a:r>
              <a:rPr lang="en-US" sz="55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Trusted</a:t>
            </a:r>
            <a:b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55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Space</a:t>
            </a:r>
          </a:p>
        </p:txBody>
      </p:sp>
      <p:sp>
        <p:nvSpPr>
          <p:cNvPr id="690" name="Google Shape;690;p10"/>
          <p:cNvSpPr txBox="1">
            <a:spLocks noGrp="1"/>
          </p:cNvSpPr>
          <p:nvPr>
            <p:ph type="body" idx="3"/>
          </p:nvPr>
        </p:nvSpPr>
        <p:spPr>
          <a:xfrm>
            <a:off x="6242332" y="397938"/>
            <a:ext cx="5578591" cy="17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691" name="Google Shape;691;p10"/>
          <p:cNvSpPr txBox="1">
            <a:spLocks noGrp="1"/>
          </p:cNvSpPr>
          <p:nvPr>
            <p:ph type="body" idx="4"/>
          </p:nvPr>
        </p:nvSpPr>
        <p:spPr>
          <a:xfrm>
            <a:off x="6242332" y="4090976"/>
            <a:ext cx="5578591" cy="152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918B4-69AC-B1C1-8FDF-9A94BB9FB0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804A3-1E52-5950-9ABB-45936988B90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Business Services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21E04-94E1-171F-28A0-4799C63499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81009" y="953892"/>
            <a:ext cx="5588366" cy="980159"/>
          </a:xfrm>
        </p:spPr>
        <p:txBody>
          <a:bodyPr/>
          <a:lstStyle/>
          <a:p>
            <a:r>
              <a:rPr lang="en-US" dirty="0"/>
              <a:t>Telecom, Entercom &amp; Recreation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45C1B-38DD-F8D4-44EF-7B2444A757C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75786" y="1886775"/>
            <a:ext cx="5588366" cy="980159"/>
          </a:xfrm>
        </p:spPr>
        <p:txBody>
          <a:bodyPr/>
          <a:lstStyle/>
          <a:p>
            <a:r>
              <a:rPr lang="en-US" dirty="0"/>
              <a:t>Healthcare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1239E4-4152-DA95-AF2D-FD100A6F0A7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70563" y="2826073"/>
            <a:ext cx="5588366" cy="980159"/>
          </a:xfrm>
        </p:spPr>
        <p:txBody>
          <a:bodyPr/>
          <a:lstStyle/>
          <a:p>
            <a:r>
              <a:rPr lang="en-US" dirty="0"/>
              <a:t>Retail &amp; E-Commerce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CD0D59-DB7F-7BE0-A7F2-8B43C660270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265340" y="3781695"/>
            <a:ext cx="5588366" cy="980159"/>
          </a:xfrm>
        </p:spPr>
        <p:txBody>
          <a:bodyPr/>
          <a:lstStyle/>
          <a:p>
            <a:r>
              <a:rPr lang="en-US" dirty="0"/>
              <a:t>Technology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30E5AA-5B33-CFA1-41BC-468B49678E1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265339" y="4742398"/>
            <a:ext cx="5588366" cy="758563"/>
          </a:xfrm>
        </p:spPr>
        <p:txBody>
          <a:bodyPr>
            <a:noAutofit/>
          </a:bodyPr>
          <a:lstStyle/>
          <a:p>
            <a:r>
              <a:rPr lang="en-US" dirty="0"/>
              <a:t>Transportation &amp; Logistics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75ED78-54F4-E59E-18F4-9852A09F4CB3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Industry</a:t>
            </a:r>
          </a:p>
          <a:p>
            <a:r>
              <a:rPr lang="en-US" dirty="0"/>
              <a:t>Expertise</a:t>
            </a:r>
          </a:p>
        </p:txBody>
      </p:sp>
    </p:spTree>
    <p:extLst>
      <p:ext uri="{BB962C8B-B14F-4D97-AF65-F5344CB8AC3E}">
        <p14:creationId xmlns:p14="http://schemas.microsoft.com/office/powerpoint/2010/main" val="3847781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2BE91-A4EC-3BFB-69F0-A84BC491C1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A04EB26-B8A4-DEE8-3CB6-7B14B18DD60A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400CD4-C751-2A34-6FCF-442E85CC26B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233BC2-9505-E7A6-0EDD-58C9F8D8806A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3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9489-3F84-32A9-5253-BA6AACE6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E6CDD9-1D8A-B898-B270-FCF4987533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272A2-066D-C982-947B-C9F841E1B4B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Business Services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C32CE-8957-9CAD-15EF-22C884AC8BF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2F2A3E-66B3-4A79-4B30-CB24085C76F2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25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1687-4A67-0C90-0A43-AF4EBD12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865F7-E227-98C8-17FA-E71ECFCFA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F7CAC97-F59E-7E56-E43A-40E7CF3A3365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4599D6-4D06-C455-5BAF-2405EC76AA1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marL="116682" indent="-2382"/>
            <a:r>
              <a:rPr lang="en-US" dirty="0"/>
              <a:t>Telecom,</a:t>
            </a:r>
            <a:r>
              <a:rPr lang="en-US" sz="2700" dirty="0"/>
              <a:t> </a:t>
            </a:r>
            <a:r>
              <a:rPr lang="en-US" dirty="0"/>
              <a:t>Entertainment</a:t>
            </a:r>
            <a:r>
              <a:rPr lang="en-US" sz="2700" dirty="0"/>
              <a:t>                     </a:t>
            </a:r>
            <a:r>
              <a:rPr lang="en-US" dirty="0"/>
              <a:t>&amp;</a:t>
            </a:r>
            <a:r>
              <a:rPr lang="en-US" sz="2700" dirty="0"/>
              <a:t> </a:t>
            </a:r>
            <a:r>
              <a:rPr lang="en-US" dirty="0"/>
              <a:t>Recreation 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B6D78B-7272-E8EE-58F6-03FEBD6FB3A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8556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E48F-B68F-CEAD-7DBB-558E9201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2FDEF-BAFA-B7FE-9BE7-7D8511D7C6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AF61D-5676-8131-520A-105D1063AF2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Healthcare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DC55F5-304C-33BF-D75E-670B5F80934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6C86F4B-01E8-33E6-AA46-DB46ED9B9450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60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879E-82B3-F463-B1B8-DA257462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774E7B-2B34-E478-63B1-B13128AC93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EF377-22A6-211A-6DE4-F9FF0B695C4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Retail &amp; E-Commerce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1D943-0791-D81C-7961-A7B7CB1D2E8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67489D2-DB8B-5CDB-0842-4A1362ADB6B5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19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13E"/>
        </a:solidFill>
        <a:effectLst/>
      </p:bgPr>
    </p:bg>
    <p:spTree>
      <p:nvGrpSpPr>
        <p:cNvPr id="1" name="Shape 703">
          <a:extLst>
            <a:ext uri="{FF2B5EF4-FFF2-40B4-BE49-F238E27FC236}">
              <a16:creationId xmlns:a16="http://schemas.microsoft.com/office/drawing/2014/main" id="{8E1F13A6-38B0-EEEB-B098-CDEBE7F4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2">
            <a:extLst>
              <a:ext uri="{FF2B5EF4-FFF2-40B4-BE49-F238E27FC236}">
                <a16:creationId xmlns:a16="http://schemas.microsoft.com/office/drawing/2014/main" id="{B21E7DBD-E02B-A744-8A73-B86436F93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07" name="Google Shape;707;p12">
            <a:extLst>
              <a:ext uri="{FF2B5EF4-FFF2-40B4-BE49-F238E27FC236}">
                <a16:creationId xmlns:a16="http://schemas.microsoft.com/office/drawing/2014/main" id="{BB701EF7-AB7C-C550-162D-4FCDC1D548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21467" y="2377442"/>
            <a:ext cx="5594750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708" name="Google Shape;708;p12">
            <a:extLst>
              <a:ext uri="{FF2B5EF4-FFF2-40B4-BE49-F238E27FC236}">
                <a16:creationId xmlns:a16="http://schemas.microsoft.com/office/drawing/2014/main" id="{9CD58716-588C-881F-F076-CA74BC678C8C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096397" y="0"/>
            <a:ext cx="609520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" name="Google Shape;706;p12">
            <a:extLst>
              <a:ext uri="{FF2B5EF4-FFF2-40B4-BE49-F238E27FC236}">
                <a16:creationId xmlns:a16="http://schemas.microsoft.com/office/drawing/2014/main" id="{019B22EA-D00F-9DB2-B13E-22A9F8D4AE8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22391" y="332623"/>
            <a:ext cx="5593825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794432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54A9-D1C5-C764-9770-D2F505F0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DE3FD-CB7D-D38D-27E9-25E33097E1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85DB6DF-8F8A-F7AB-AA6E-6AD8B15B1590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A9F2C-DE11-2BDF-FCBC-29D546E723B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Transportation &amp; Logistics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7F913-7EA3-FADE-9F9E-36B9348BD92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3057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3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18" name="Google Shape;718;p13"/>
          <p:cNvSpPr txBox="1">
            <a:spLocks noGrp="1"/>
          </p:cNvSpPr>
          <p:nvPr>
            <p:ph type="body" idx="2"/>
          </p:nvPr>
        </p:nvSpPr>
        <p:spPr>
          <a:xfrm>
            <a:off x="322391" y="332623"/>
            <a:ext cx="3613419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Business Services</a:t>
            </a:r>
          </a:p>
        </p:txBody>
      </p:sp>
      <p:sp>
        <p:nvSpPr>
          <p:cNvPr id="719" name="Google Shape;719;p13"/>
          <p:cNvSpPr txBox="1">
            <a:spLocks noGrp="1"/>
          </p:cNvSpPr>
          <p:nvPr>
            <p:ph type="body" idx="3"/>
          </p:nvPr>
        </p:nvSpPr>
        <p:spPr>
          <a:xfrm>
            <a:off x="321467" y="2377442"/>
            <a:ext cx="3614343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720" name="Google Shape;720;p13"/>
          <p:cNvSpPr txBox="1">
            <a:spLocks noGrp="1"/>
          </p:cNvSpPr>
          <p:nvPr>
            <p:ph type="body" idx="4"/>
          </p:nvPr>
        </p:nvSpPr>
        <p:spPr>
          <a:xfrm>
            <a:off x="4244881" y="2377442"/>
            <a:ext cx="3633485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721" name="Google Shape;721;p13"/>
          <p:cNvSpPr txBox="1">
            <a:spLocks noGrp="1"/>
          </p:cNvSpPr>
          <p:nvPr>
            <p:ph type="body" idx="5"/>
          </p:nvPr>
        </p:nvSpPr>
        <p:spPr>
          <a:xfrm>
            <a:off x="8200193" y="2377442"/>
            <a:ext cx="3633485" cy="32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</p:txBody>
      </p:sp>
      <p:sp>
        <p:nvSpPr>
          <p:cNvPr id="722" name="Google Shape;722;p13"/>
          <p:cNvSpPr txBox="1">
            <a:spLocks noGrp="1"/>
          </p:cNvSpPr>
          <p:nvPr>
            <p:ph type="body" idx="6"/>
          </p:nvPr>
        </p:nvSpPr>
        <p:spPr>
          <a:xfrm>
            <a:off x="4245805" y="332623"/>
            <a:ext cx="3632561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Technology</a:t>
            </a:r>
          </a:p>
        </p:txBody>
      </p:sp>
      <p:sp>
        <p:nvSpPr>
          <p:cNvPr id="723" name="Google Shape;723;p13"/>
          <p:cNvSpPr txBox="1">
            <a:spLocks noGrp="1"/>
          </p:cNvSpPr>
          <p:nvPr>
            <p:ph type="body" idx="7"/>
          </p:nvPr>
        </p:nvSpPr>
        <p:spPr>
          <a:xfrm>
            <a:off x="8190484" y="332623"/>
            <a:ext cx="3632561" cy="9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Healthcare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A4D5C1-48F6-E2BC-381D-A62C6219C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tIns="45720"/>
          <a:lstStyle/>
          <a:p>
            <a:fld id="{00000000-1234-1234-1234-123412341234}" type="slidenum">
              <a:rPr lang="es-ES" smtClean="0"/>
              <a:pPr/>
              <a:t>28</a:t>
            </a:fld>
            <a:endParaRPr lang="es-E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29A834-2D5C-C174-FF79-BF4BF5E4DD3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4465CC-AAF8-0CDF-8A4E-7A0101C9A17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2034D7F-06EA-3765-2D70-2BD7E49D534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F63EC6-CE46-3D97-C9C7-CB7AE053D48B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F423DC-4E44-B305-0E01-D5CD663F17D9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1C91DB7-C023-D860-4BD5-A97B6B0144B1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2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4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30" name="Google Shape;730;p14"/>
          <p:cNvSpPr txBox="1">
            <a:spLocks noGrp="1"/>
          </p:cNvSpPr>
          <p:nvPr>
            <p:ph type="body" idx="2"/>
          </p:nvPr>
        </p:nvSpPr>
        <p:spPr>
          <a:xfrm>
            <a:off x="338878" y="3764155"/>
            <a:ext cx="3613419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Target Market</a:t>
            </a:r>
          </a:p>
        </p:txBody>
      </p:sp>
      <p:sp>
        <p:nvSpPr>
          <p:cNvPr id="731" name="Google Shape;731;p14"/>
          <p:cNvSpPr txBox="1">
            <a:spLocks noGrp="1"/>
          </p:cNvSpPr>
          <p:nvPr>
            <p:ph type="body" idx="3"/>
          </p:nvPr>
        </p:nvSpPr>
        <p:spPr>
          <a:xfrm>
            <a:off x="330992" y="4685703"/>
            <a:ext cx="3614343" cy="9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</p:txBody>
      </p:sp>
      <p:sp>
        <p:nvSpPr>
          <p:cNvPr id="732" name="Google Shape;732;p14"/>
          <p:cNvSpPr txBox="1">
            <a:spLocks noGrp="1"/>
          </p:cNvSpPr>
          <p:nvPr>
            <p:ph type="body" idx="4"/>
          </p:nvPr>
        </p:nvSpPr>
        <p:spPr>
          <a:xfrm>
            <a:off x="4273050" y="3764155"/>
            <a:ext cx="363256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Target Audience</a:t>
            </a:r>
          </a:p>
        </p:txBody>
      </p:sp>
      <p:sp>
        <p:nvSpPr>
          <p:cNvPr id="733" name="Google Shape;733;p14"/>
          <p:cNvSpPr txBox="1">
            <a:spLocks noGrp="1"/>
          </p:cNvSpPr>
          <p:nvPr>
            <p:ph type="body" idx="5"/>
          </p:nvPr>
        </p:nvSpPr>
        <p:spPr>
          <a:xfrm>
            <a:off x="8206971" y="3764155"/>
            <a:ext cx="3632561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Target Profile</a:t>
            </a:r>
          </a:p>
        </p:txBody>
      </p:sp>
      <p:sp>
        <p:nvSpPr>
          <p:cNvPr id="734" name="Google Shape;734;p14"/>
          <p:cNvSpPr>
            <a:spLocks noGrp="1"/>
          </p:cNvSpPr>
          <p:nvPr>
            <p:ph type="pic" idx="6"/>
          </p:nvPr>
        </p:nvSpPr>
        <p:spPr>
          <a:xfrm>
            <a:off x="4321336" y="386557"/>
            <a:ext cx="3555103" cy="2362200"/>
          </a:xfrm>
          <a:prstGeom prst="roundRect">
            <a:avLst>
              <a:gd name="adj" fmla="val 4617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5" name="Google Shape;735;p14"/>
          <p:cNvSpPr>
            <a:spLocks noGrp="1"/>
          </p:cNvSpPr>
          <p:nvPr>
            <p:ph type="pic" idx="7"/>
          </p:nvPr>
        </p:nvSpPr>
        <p:spPr>
          <a:xfrm>
            <a:off x="8251079" y="386557"/>
            <a:ext cx="3555103" cy="2362200"/>
          </a:xfrm>
          <a:prstGeom prst="roundRect">
            <a:avLst>
              <a:gd name="adj" fmla="val 4617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6" name="Google Shape;736;p14"/>
          <p:cNvSpPr>
            <a:spLocks noGrp="1"/>
          </p:cNvSpPr>
          <p:nvPr>
            <p:ph type="pic" idx="8"/>
          </p:nvPr>
        </p:nvSpPr>
        <p:spPr>
          <a:xfrm>
            <a:off x="380707" y="386557"/>
            <a:ext cx="3555103" cy="2362200"/>
          </a:xfrm>
          <a:prstGeom prst="roundRect">
            <a:avLst>
              <a:gd name="adj" fmla="val 4617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7" name="Google Shape;737;p14"/>
          <p:cNvSpPr txBox="1">
            <a:spLocks noGrp="1"/>
          </p:cNvSpPr>
          <p:nvPr>
            <p:ph type="body" idx="9"/>
          </p:nvPr>
        </p:nvSpPr>
        <p:spPr>
          <a:xfrm>
            <a:off x="4274342" y="4685703"/>
            <a:ext cx="3614343" cy="9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</p:txBody>
      </p:sp>
      <p:sp>
        <p:nvSpPr>
          <p:cNvPr id="738" name="Google Shape;738;p14"/>
          <p:cNvSpPr txBox="1">
            <a:spLocks noGrp="1"/>
          </p:cNvSpPr>
          <p:nvPr>
            <p:ph type="body" idx="13"/>
          </p:nvPr>
        </p:nvSpPr>
        <p:spPr>
          <a:xfrm>
            <a:off x="8208167" y="4685703"/>
            <a:ext cx="3614343" cy="95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5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45" name="Google Shape;745;p15"/>
          <p:cNvSpPr txBox="1">
            <a:spLocks noGrp="1"/>
          </p:cNvSpPr>
          <p:nvPr>
            <p:ph type="body" idx="2"/>
          </p:nvPr>
        </p:nvSpPr>
        <p:spPr>
          <a:xfrm>
            <a:off x="331826" y="4013280"/>
            <a:ext cx="5593825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Brand Building</a:t>
            </a:r>
          </a:p>
        </p:txBody>
      </p:sp>
      <p:sp>
        <p:nvSpPr>
          <p:cNvPr id="746" name="Google Shape;746;p15"/>
          <p:cNvSpPr txBox="1">
            <a:spLocks noGrp="1"/>
          </p:cNvSpPr>
          <p:nvPr>
            <p:ph type="body" idx="3"/>
          </p:nvPr>
        </p:nvSpPr>
        <p:spPr>
          <a:xfrm>
            <a:off x="341262" y="4348411"/>
            <a:ext cx="5574955" cy="130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747" name="Google Shape;747;p15"/>
          <p:cNvSpPr>
            <a:spLocks noGrp="1"/>
          </p:cNvSpPr>
          <p:nvPr>
            <p:ph type="pic" idx="4"/>
          </p:nvPr>
        </p:nvSpPr>
        <p:spPr>
          <a:xfrm>
            <a:off x="-5832" y="1"/>
            <a:ext cx="6095207" cy="372124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48" name="Google Shape;748;p15"/>
          <p:cNvSpPr txBox="1">
            <a:spLocks noGrp="1"/>
          </p:cNvSpPr>
          <p:nvPr>
            <p:ph type="body" idx="5"/>
          </p:nvPr>
        </p:nvSpPr>
        <p:spPr>
          <a:xfrm>
            <a:off x="6245105" y="4348411"/>
            <a:ext cx="5574955" cy="130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749" name="Google Shape;749;p15"/>
          <p:cNvSpPr txBox="1">
            <a:spLocks noGrp="1"/>
          </p:cNvSpPr>
          <p:nvPr>
            <p:ph type="body" idx="6"/>
          </p:nvPr>
        </p:nvSpPr>
        <p:spPr>
          <a:xfrm>
            <a:off x="6245609" y="4013280"/>
            <a:ext cx="5593825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Innovation</a:t>
            </a:r>
          </a:p>
        </p:txBody>
      </p:sp>
      <p:sp>
        <p:nvSpPr>
          <p:cNvPr id="750" name="Google Shape;750;p15"/>
          <p:cNvSpPr>
            <a:spLocks noGrp="1"/>
          </p:cNvSpPr>
          <p:nvPr>
            <p:ph type="pic" idx="7"/>
          </p:nvPr>
        </p:nvSpPr>
        <p:spPr>
          <a:xfrm>
            <a:off x="6109649" y="1"/>
            <a:ext cx="6095207" cy="372124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6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57" name="Google Shape;757;p16"/>
          <p:cNvSpPr txBox="1">
            <a:spLocks noGrp="1"/>
          </p:cNvSpPr>
          <p:nvPr>
            <p:ph type="body" idx="2"/>
          </p:nvPr>
        </p:nvSpPr>
        <p:spPr>
          <a:xfrm>
            <a:off x="331826" y="315906"/>
            <a:ext cx="3603983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Brand Building</a:t>
            </a:r>
          </a:p>
        </p:txBody>
      </p:sp>
      <p:sp>
        <p:nvSpPr>
          <p:cNvPr id="758" name="Google Shape;758;p16"/>
          <p:cNvSpPr txBox="1">
            <a:spLocks noGrp="1"/>
          </p:cNvSpPr>
          <p:nvPr>
            <p:ph type="body" idx="3"/>
          </p:nvPr>
        </p:nvSpPr>
        <p:spPr>
          <a:xfrm>
            <a:off x="331826" y="3288552"/>
            <a:ext cx="360398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Strategic Consulting</a:t>
            </a:r>
          </a:p>
        </p:txBody>
      </p:sp>
      <p:sp>
        <p:nvSpPr>
          <p:cNvPr id="759" name="Google Shape;759;p16"/>
          <p:cNvSpPr txBox="1">
            <a:spLocks noGrp="1"/>
          </p:cNvSpPr>
          <p:nvPr>
            <p:ph type="body" idx="4"/>
          </p:nvPr>
        </p:nvSpPr>
        <p:spPr>
          <a:xfrm>
            <a:off x="360926" y="1243979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60" name="Google Shape;760;p16"/>
          <p:cNvSpPr txBox="1">
            <a:spLocks noGrp="1"/>
          </p:cNvSpPr>
          <p:nvPr>
            <p:ph type="body" idx="5"/>
          </p:nvPr>
        </p:nvSpPr>
        <p:spPr>
          <a:xfrm>
            <a:off x="6245609" y="315906"/>
            <a:ext cx="359490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Innovation</a:t>
            </a:r>
          </a:p>
        </p:txBody>
      </p:sp>
      <p:sp>
        <p:nvSpPr>
          <p:cNvPr id="761" name="Google Shape;761;p16"/>
          <p:cNvSpPr txBox="1">
            <a:spLocks noGrp="1"/>
          </p:cNvSpPr>
          <p:nvPr>
            <p:ph type="body" idx="6"/>
          </p:nvPr>
        </p:nvSpPr>
        <p:spPr>
          <a:xfrm>
            <a:off x="6241026" y="1243979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62" name="Google Shape;762;p16"/>
          <p:cNvSpPr txBox="1">
            <a:spLocks noGrp="1"/>
          </p:cNvSpPr>
          <p:nvPr>
            <p:ph type="body" idx="7"/>
          </p:nvPr>
        </p:nvSpPr>
        <p:spPr>
          <a:xfrm>
            <a:off x="360926" y="4216625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63" name="Google Shape;763;p16"/>
          <p:cNvSpPr txBox="1">
            <a:spLocks noGrp="1"/>
          </p:cNvSpPr>
          <p:nvPr>
            <p:ph type="body" idx="8"/>
          </p:nvPr>
        </p:nvSpPr>
        <p:spPr>
          <a:xfrm>
            <a:off x="6245609" y="3288552"/>
            <a:ext cx="359490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Market Sensing</a:t>
            </a:r>
          </a:p>
        </p:txBody>
      </p:sp>
      <p:sp>
        <p:nvSpPr>
          <p:cNvPr id="764" name="Google Shape;764;p16"/>
          <p:cNvSpPr txBox="1">
            <a:spLocks noGrp="1"/>
          </p:cNvSpPr>
          <p:nvPr>
            <p:ph type="body" idx="9"/>
          </p:nvPr>
        </p:nvSpPr>
        <p:spPr>
          <a:xfrm>
            <a:off x="6241026" y="4216625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71" name="Google Shape;771;p17"/>
          <p:cNvSpPr txBox="1">
            <a:spLocks noGrp="1"/>
          </p:cNvSpPr>
          <p:nvPr>
            <p:ph type="body" idx="4294967295"/>
          </p:nvPr>
        </p:nvSpPr>
        <p:spPr>
          <a:xfrm>
            <a:off x="331826" y="315906"/>
            <a:ext cx="3603983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62500" lnSpcReduction="20000"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dirty="0">
                <a:solidFill>
                  <a:schemeClr val="tx1"/>
                </a:solidFill>
              </a:rPr>
              <a:t>Relationships</a:t>
            </a:r>
          </a:p>
        </p:txBody>
      </p:sp>
      <p:sp>
        <p:nvSpPr>
          <p:cNvPr id="772" name="Google Shape;772;p17"/>
          <p:cNvSpPr txBox="1">
            <a:spLocks noGrp="1"/>
          </p:cNvSpPr>
          <p:nvPr>
            <p:ph type="body" idx="4294967295"/>
          </p:nvPr>
        </p:nvSpPr>
        <p:spPr>
          <a:xfrm>
            <a:off x="331826" y="3288552"/>
            <a:ext cx="360398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62500" lnSpcReduction="20000"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dirty="0">
                <a:solidFill>
                  <a:schemeClr val="tx1"/>
                </a:solidFill>
              </a:rPr>
              <a:t>Teamwork</a:t>
            </a:r>
          </a:p>
        </p:txBody>
      </p:sp>
      <p:sp>
        <p:nvSpPr>
          <p:cNvPr id="773" name="Google Shape;773;p17"/>
          <p:cNvSpPr txBox="1">
            <a:spLocks noGrp="1"/>
          </p:cNvSpPr>
          <p:nvPr>
            <p:ph type="body" idx="4"/>
          </p:nvPr>
        </p:nvSpPr>
        <p:spPr>
          <a:xfrm>
            <a:off x="360926" y="1243979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4" name="Google Shape;774;p17"/>
          <p:cNvSpPr txBox="1">
            <a:spLocks noGrp="1"/>
          </p:cNvSpPr>
          <p:nvPr>
            <p:ph type="body" idx="5"/>
          </p:nvPr>
        </p:nvSpPr>
        <p:spPr>
          <a:xfrm>
            <a:off x="6245609" y="334653"/>
            <a:ext cx="359490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Trust</a:t>
            </a:r>
          </a:p>
        </p:txBody>
      </p:sp>
      <p:sp>
        <p:nvSpPr>
          <p:cNvPr id="775" name="Google Shape;775;p17"/>
          <p:cNvSpPr txBox="1">
            <a:spLocks noGrp="1"/>
          </p:cNvSpPr>
          <p:nvPr>
            <p:ph type="body" idx="6"/>
          </p:nvPr>
        </p:nvSpPr>
        <p:spPr>
          <a:xfrm>
            <a:off x="6241026" y="1243979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6" name="Google Shape;776;p17"/>
          <p:cNvSpPr txBox="1">
            <a:spLocks noGrp="1"/>
          </p:cNvSpPr>
          <p:nvPr>
            <p:ph type="body" idx="7"/>
          </p:nvPr>
        </p:nvSpPr>
        <p:spPr>
          <a:xfrm>
            <a:off x="360926" y="4216625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7" name="Google Shape;777;p17"/>
          <p:cNvSpPr txBox="1">
            <a:spLocks noGrp="1"/>
          </p:cNvSpPr>
          <p:nvPr>
            <p:ph type="body" idx="8"/>
          </p:nvPr>
        </p:nvSpPr>
        <p:spPr>
          <a:xfrm>
            <a:off x="6245609" y="3288552"/>
            <a:ext cx="359490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Leadership</a:t>
            </a:r>
          </a:p>
        </p:txBody>
      </p:sp>
      <p:sp>
        <p:nvSpPr>
          <p:cNvPr id="778" name="Google Shape;778;p17"/>
          <p:cNvSpPr txBox="1">
            <a:spLocks noGrp="1"/>
          </p:cNvSpPr>
          <p:nvPr>
            <p:ph type="body" idx="9"/>
          </p:nvPr>
        </p:nvSpPr>
        <p:spPr>
          <a:xfrm>
            <a:off x="6241026" y="4216625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9" name="Google Shape;779;p17"/>
          <p:cNvSpPr txBox="1">
            <a:spLocks noGrp="1"/>
          </p:cNvSpPr>
          <p:nvPr>
            <p:ph type="body" idx="13"/>
          </p:nvPr>
        </p:nvSpPr>
        <p:spPr>
          <a:xfrm>
            <a:off x="4363904" y="3159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1.</a:t>
            </a:r>
          </a:p>
        </p:txBody>
      </p:sp>
      <p:sp>
        <p:nvSpPr>
          <p:cNvPr id="780" name="Google Shape;780;p17"/>
          <p:cNvSpPr txBox="1">
            <a:spLocks noGrp="1"/>
          </p:cNvSpPr>
          <p:nvPr>
            <p:ph type="body" idx="14"/>
          </p:nvPr>
        </p:nvSpPr>
        <p:spPr>
          <a:xfrm>
            <a:off x="4363904" y="32877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3.</a:t>
            </a:r>
          </a:p>
        </p:txBody>
      </p:sp>
      <p:sp>
        <p:nvSpPr>
          <p:cNvPr id="781" name="Google Shape;781;p17"/>
          <p:cNvSpPr txBox="1">
            <a:spLocks noGrp="1"/>
          </p:cNvSpPr>
          <p:nvPr>
            <p:ph type="body" idx="15"/>
          </p:nvPr>
        </p:nvSpPr>
        <p:spPr>
          <a:xfrm>
            <a:off x="10274847" y="3159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2.</a:t>
            </a:r>
          </a:p>
        </p:txBody>
      </p:sp>
      <p:sp>
        <p:nvSpPr>
          <p:cNvPr id="782" name="Google Shape;782;p17"/>
          <p:cNvSpPr txBox="1">
            <a:spLocks noGrp="1"/>
          </p:cNvSpPr>
          <p:nvPr>
            <p:ph type="body" idx="16"/>
          </p:nvPr>
        </p:nvSpPr>
        <p:spPr>
          <a:xfrm>
            <a:off x="10274847" y="32877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4.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>
          <a:extLst>
            <a:ext uri="{FF2B5EF4-FFF2-40B4-BE49-F238E27FC236}">
              <a16:creationId xmlns:a16="http://schemas.microsoft.com/office/drawing/2014/main" id="{EAA10337-88AC-3C0A-E00B-8DAE8F5D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3">
            <a:extLst>
              <a:ext uri="{FF2B5EF4-FFF2-40B4-BE49-F238E27FC236}">
                <a16:creationId xmlns:a16="http://schemas.microsoft.com/office/drawing/2014/main" id="{30871F4C-E7B2-E784-0DB4-6422A9C488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2A2822-24E2-F744-0D24-E09EADD85A62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542DC-4510-3678-004F-53DBFC2FD812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B80C5-9B1A-1944-42EF-FF303A50FF0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5EA856-9B72-ED63-BE13-D5EC97EFBB7E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BB5037-35A8-643D-5775-41A592B01F58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rPr lang="en-US" dirty="0"/>
              <a:t>Phase 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8D5292-0A80-65DB-C935-9274469828A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Phase 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FEAD62-A38B-07AB-31BD-FB3C711D4AB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E100C9D-AA4A-6153-676B-0013D7B7B8F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13435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87E912-3B32-AD7A-28B1-258D85FDC5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34</a:t>
            </a:fld>
            <a:endParaRPr lang="es-E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14E3D06-A203-0473-F358-502F05BA05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Phase 1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4D594C5-9993-B7C7-F4B1-CA266C6927D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8B5E8FB-42D7-049C-A1E7-96B67B321E6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D4DDD8-56A2-C5EE-0A57-40CBF690DF05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Phase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828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71" name="Google Shape;771;p17"/>
          <p:cNvSpPr txBox="1">
            <a:spLocks noGrp="1"/>
          </p:cNvSpPr>
          <p:nvPr>
            <p:ph type="body" idx="4294967295"/>
          </p:nvPr>
        </p:nvSpPr>
        <p:spPr>
          <a:xfrm>
            <a:off x="331826" y="315906"/>
            <a:ext cx="3603983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62500" lnSpcReduction="20000"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dirty="0">
                <a:solidFill>
                  <a:schemeClr val="tx1"/>
                </a:solidFill>
              </a:rPr>
              <a:t>Phase</a:t>
            </a:r>
          </a:p>
        </p:txBody>
      </p:sp>
      <p:sp>
        <p:nvSpPr>
          <p:cNvPr id="772" name="Google Shape;772;p17"/>
          <p:cNvSpPr txBox="1">
            <a:spLocks noGrp="1"/>
          </p:cNvSpPr>
          <p:nvPr>
            <p:ph type="body" idx="4294967295"/>
          </p:nvPr>
        </p:nvSpPr>
        <p:spPr>
          <a:xfrm>
            <a:off x="331826" y="3288552"/>
            <a:ext cx="360398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62500" lnSpcReduction="20000"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dirty="0">
                <a:solidFill>
                  <a:schemeClr val="tx1"/>
                </a:solidFill>
              </a:rPr>
              <a:t>Phase</a:t>
            </a:r>
          </a:p>
        </p:txBody>
      </p:sp>
      <p:sp>
        <p:nvSpPr>
          <p:cNvPr id="773" name="Google Shape;773;p17"/>
          <p:cNvSpPr txBox="1">
            <a:spLocks noGrp="1"/>
          </p:cNvSpPr>
          <p:nvPr>
            <p:ph type="body" idx="4"/>
          </p:nvPr>
        </p:nvSpPr>
        <p:spPr>
          <a:xfrm>
            <a:off x="360926" y="1243979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4" name="Google Shape;774;p17"/>
          <p:cNvSpPr txBox="1">
            <a:spLocks noGrp="1"/>
          </p:cNvSpPr>
          <p:nvPr>
            <p:ph type="body" idx="5"/>
          </p:nvPr>
        </p:nvSpPr>
        <p:spPr>
          <a:xfrm>
            <a:off x="6245609" y="334653"/>
            <a:ext cx="359490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Phase</a:t>
            </a:r>
          </a:p>
        </p:txBody>
      </p:sp>
      <p:sp>
        <p:nvSpPr>
          <p:cNvPr id="775" name="Google Shape;775;p17"/>
          <p:cNvSpPr txBox="1">
            <a:spLocks noGrp="1"/>
          </p:cNvSpPr>
          <p:nvPr>
            <p:ph type="body" idx="6"/>
          </p:nvPr>
        </p:nvSpPr>
        <p:spPr>
          <a:xfrm>
            <a:off x="6241026" y="1243979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6" name="Google Shape;776;p17"/>
          <p:cNvSpPr txBox="1">
            <a:spLocks noGrp="1"/>
          </p:cNvSpPr>
          <p:nvPr>
            <p:ph type="body" idx="7"/>
          </p:nvPr>
        </p:nvSpPr>
        <p:spPr>
          <a:xfrm>
            <a:off x="360926" y="4216625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7" name="Google Shape;777;p17"/>
          <p:cNvSpPr txBox="1">
            <a:spLocks noGrp="1"/>
          </p:cNvSpPr>
          <p:nvPr>
            <p:ph type="body" idx="8"/>
          </p:nvPr>
        </p:nvSpPr>
        <p:spPr>
          <a:xfrm>
            <a:off x="6245609" y="3288552"/>
            <a:ext cx="3594908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Phase</a:t>
            </a:r>
          </a:p>
        </p:txBody>
      </p:sp>
      <p:sp>
        <p:nvSpPr>
          <p:cNvPr id="778" name="Google Shape;778;p17"/>
          <p:cNvSpPr txBox="1">
            <a:spLocks noGrp="1"/>
          </p:cNvSpPr>
          <p:nvPr>
            <p:ph type="body" idx="9"/>
          </p:nvPr>
        </p:nvSpPr>
        <p:spPr>
          <a:xfrm>
            <a:off x="6241026" y="4216625"/>
            <a:ext cx="5574955" cy="160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indent="-146050">
              <a:buNone/>
            </a:pPr>
            <a:endParaRPr lang="en-US" dirty="0"/>
          </a:p>
        </p:txBody>
      </p:sp>
      <p:sp>
        <p:nvSpPr>
          <p:cNvPr id="779" name="Google Shape;779;p17"/>
          <p:cNvSpPr txBox="1">
            <a:spLocks noGrp="1"/>
          </p:cNvSpPr>
          <p:nvPr>
            <p:ph type="body" idx="13"/>
          </p:nvPr>
        </p:nvSpPr>
        <p:spPr>
          <a:xfrm>
            <a:off x="4363904" y="3159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1.</a:t>
            </a:r>
          </a:p>
        </p:txBody>
      </p:sp>
      <p:sp>
        <p:nvSpPr>
          <p:cNvPr id="780" name="Google Shape;780;p17"/>
          <p:cNvSpPr txBox="1">
            <a:spLocks noGrp="1"/>
          </p:cNvSpPr>
          <p:nvPr>
            <p:ph type="body" idx="14"/>
          </p:nvPr>
        </p:nvSpPr>
        <p:spPr>
          <a:xfrm>
            <a:off x="4363904" y="32877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3.</a:t>
            </a:r>
          </a:p>
        </p:txBody>
      </p:sp>
      <p:sp>
        <p:nvSpPr>
          <p:cNvPr id="781" name="Google Shape;781;p17"/>
          <p:cNvSpPr txBox="1">
            <a:spLocks noGrp="1"/>
          </p:cNvSpPr>
          <p:nvPr>
            <p:ph type="body" idx="15"/>
          </p:nvPr>
        </p:nvSpPr>
        <p:spPr>
          <a:xfrm>
            <a:off x="10274847" y="3159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2.</a:t>
            </a:r>
          </a:p>
        </p:txBody>
      </p:sp>
      <p:sp>
        <p:nvSpPr>
          <p:cNvPr id="782" name="Google Shape;782;p17"/>
          <p:cNvSpPr txBox="1">
            <a:spLocks noGrp="1"/>
          </p:cNvSpPr>
          <p:nvPr>
            <p:ph type="body" idx="16"/>
          </p:nvPr>
        </p:nvSpPr>
        <p:spPr>
          <a:xfrm>
            <a:off x="10274847" y="3287706"/>
            <a:ext cx="1620044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2FDA5-2796-833B-F02A-93E8BFB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24B4DC-2A98-B6B8-DF16-CA83BC9DC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3D06-6B5F-E406-B139-0971BD82E54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5C60C3-4CCD-856E-B6CC-A83DC8B392D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042AD-3C5D-F16E-0AC1-EE6EE2951F0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Phase 3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925A9-E4DC-9579-1F50-B7B4508D5D4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>
              <a:buSzPct val="100000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E45143-29BD-7374-DE86-05E35801A4FC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DBAA54-3152-4524-1455-C1B0EF29C29C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>
              <a:buSzPct val="100000"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035A7F-2FA6-1B08-6A01-9D388C88C730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>
              <a:buSzPct val="100000"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838A4A-8C44-631B-70EA-61E7598B091B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rPr lang="en-US" dirty="0"/>
              <a:t>Phase 4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F9C4DF-C638-29A8-65F1-E86385BEBB55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114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08ED5-81E2-1354-BB38-C1D6D65DB0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37</a:t>
            </a:fld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0831A-6D1E-81A4-1CBF-0AEF6B3C637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B3F53-9466-C2CB-E5C1-3E98D7C4B93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27790B-B1DC-5FE9-EEE1-1DB586557F3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4ABC90-464F-B3A6-F714-3F0CB14069A2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F3A1F1-9967-1627-BE6C-6AC176EF5008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3429B0-05B4-EB71-9675-3BF30F7B8B94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D4993-2781-D162-D815-C7C1429C2E5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38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8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89" name="Google Shape;789;p18"/>
          <p:cNvSpPr txBox="1">
            <a:spLocks noGrp="1"/>
          </p:cNvSpPr>
          <p:nvPr>
            <p:ph type="body" idx="4294967295"/>
          </p:nvPr>
        </p:nvSpPr>
        <p:spPr>
          <a:xfrm>
            <a:off x="338138" y="338138"/>
            <a:ext cx="3614737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92500" lnSpcReduction="20000"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dirty="0">
                <a:solidFill>
                  <a:schemeClr val="tx1"/>
                </a:solidFill>
              </a:rPr>
              <a:t>Template</a:t>
            </a:r>
          </a:p>
        </p:txBody>
      </p:sp>
      <p:sp>
        <p:nvSpPr>
          <p:cNvPr id="790" name="Google Shape;790;p18"/>
          <p:cNvSpPr txBox="1">
            <a:spLocks noGrp="1"/>
          </p:cNvSpPr>
          <p:nvPr>
            <p:ph type="body" idx="3"/>
          </p:nvPr>
        </p:nvSpPr>
        <p:spPr>
          <a:xfrm>
            <a:off x="527157" y="3532210"/>
            <a:ext cx="340865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Sample 1</a:t>
            </a:r>
          </a:p>
        </p:txBody>
      </p:sp>
      <p:sp>
        <p:nvSpPr>
          <p:cNvPr id="791" name="Google Shape;791;p18"/>
          <p:cNvSpPr txBox="1">
            <a:spLocks noGrp="1"/>
          </p:cNvSpPr>
          <p:nvPr>
            <p:ph type="body" idx="4294967295"/>
          </p:nvPr>
        </p:nvSpPr>
        <p:spPr>
          <a:xfrm>
            <a:off x="4273550" y="338138"/>
            <a:ext cx="363220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 fontScale="85000" lnSpcReduction="20000"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dirty="0"/>
              <a:t>Type of Cards</a:t>
            </a:r>
          </a:p>
        </p:txBody>
      </p:sp>
      <p:sp>
        <p:nvSpPr>
          <p:cNvPr id="792" name="Google Shape;792;p18"/>
          <p:cNvSpPr>
            <a:spLocks noGrp="1"/>
          </p:cNvSpPr>
          <p:nvPr>
            <p:ph type="pic" idx="5"/>
          </p:nvPr>
        </p:nvSpPr>
        <p:spPr>
          <a:xfrm>
            <a:off x="380707" y="1041972"/>
            <a:ext cx="3555103" cy="2336225"/>
          </a:xfrm>
          <a:prstGeom prst="round2SameRect">
            <a:avLst>
              <a:gd name="adj1" fmla="val 4651"/>
              <a:gd name="adj2" fmla="val 0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3" name="Google Shape;793;p18"/>
          <p:cNvSpPr>
            <a:spLocks noGrp="1"/>
          </p:cNvSpPr>
          <p:nvPr>
            <p:ph type="pic" idx="6"/>
          </p:nvPr>
        </p:nvSpPr>
        <p:spPr>
          <a:xfrm>
            <a:off x="4306574" y="1041972"/>
            <a:ext cx="3561156" cy="2336225"/>
          </a:xfrm>
          <a:prstGeom prst="round2SameRect">
            <a:avLst>
              <a:gd name="adj1" fmla="val 4651"/>
              <a:gd name="adj2" fmla="val 0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4" name="Google Shape;794;p18"/>
          <p:cNvSpPr>
            <a:spLocks noGrp="1"/>
          </p:cNvSpPr>
          <p:nvPr>
            <p:ph type="pic" idx="7"/>
          </p:nvPr>
        </p:nvSpPr>
        <p:spPr>
          <a:xfrm>
            <a:off x="8253734" y="1041972"/>
            <a:ext cx="3561156" cy="2336225"/>
          </a:xfrm>
          <a:prstGeom prst="round2SameRect">
            <a:avLst>
              <a:gd name="adj1" fmla="val 4651"/>
              <a:gd name="adj2" fmla="val 0"/>
            </a:avLst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5" name="Google Shape;795;p18"/>
          <p:cNvSpPr txBox="1">
            <a:spLocks noGrp="1"/>
          </p:cNvSpPr>
          <p:nvPr>
            <p:ph type="body" idx="8"/>
          </p:nvPr>
        </p:nvSpPr>
        <p:spPr>
          <a:xfrm>
            <a:off x="532930" y="4226167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Name</a:t>
            </a:r>
          </a:p>
        </p:txBody>
      </p:sp>
      <p:sp>
        <p:nvSpPr>
          <p:cNvPr id="796" name="Google Shape;796;p18"/>
          <p:cNvSpPr txBox="1">
            <a:spLocks noGrp="1"/>
          </p:cNvSpPr>
          <p:nvPr>
            <p:ph type="body" idx="9"/>
          </p:nvPr>
        </p:nvSpPr>
        <p:spPr>
          <a:xfrm>
            <a:off x="523009" y="4691554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Age</a:t>
            </a:r>
          </a:p>
        </p:txBody>
      </p:sp>
      <p:sp>
        <p:nvSpPr>
          <p:cNvPr id="797" name="Google Shape;797;p18"/>
          <p:cNvSpPr txBox="1">
            <a:spLocks noGrp="1"/>
          </p:cNvSpPr>
          <p:nvPr>
            <p:ph type="body" idx="13"/>
          </p:nvPr>
        </p:nvSpPr>
        <p:spPr>
          <a:xfrm>
            <a:off x="532930" y="5156941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Occupation</a:t>
            </a:r>
          </a:p>
        </p:txBody>
      </p:sp>
      <p:sp>
        <p:nvSpPr>
          <p:cNvPr id="798" name="Google Shape;798;p18"/>
          <p:cNvSpPr txBox="1">
            <a:spLocks noGrp="1"/>
          </p:cNvSpPr>
          <p:nvPr>
            <p:ph type="body" idx="14"/>
          </p:nvPr>
        </p:nvSpPr>
        <p:spPr>
          <a:xfrm>
            <a:off x="4471836" y="3532210"/>
            <a:ext cx="340865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Sample 2</a:t>
            </a:r>
          </a:p>
        </p:txBody>
      </p:sp>
      <p:sp>
        <p:nvSpPr>
          <p:cNvPr id="799" name="Google Shape;799;p18"/>
          <p:cNvSpPr txBox="1">
            <a:spLocks noGrp="1"/>
          </p:cNvSpPr>
          <p:nvPr>
            <p:ph type="body" idx="15"/>
          </p:nvPr>
        </p:nvSpPr>
        <p:spPr>
          <a:xfrm>
            <a:off x="4477609" y="4226167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Name</a:t>
            </a:r>
          </a:p>
        </p:txBody>
      </p:sp>
      <p:sp>
        <p:nvSpPr>
          <p:cNvPr id="800" name="Google Shape;800;p18"/>
          <p:cNvSpPr txBox="1">
            <a:spLocks noGrp="1"/>
          </p:cNvSpPr>
          <p:nvPr>
            <p:ph type="body" idx="16"/>
          </p:nvPr>
        </p:nvSpPr>
        <p:spPr>
          <a:xfrm>
            <a:off x="4467688" y="4691554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Age</a:t>
            </a:r>
          </a:p>
          <a:p>
            <a:pPr marL="0" indent="0"/>
            <a:endParaRPr lang="en-US" dirty="0"/>
          </a:p>
        </p:txBody>
      </p:sp>
      <p:sp>
        <p:nvSpPr>
          <p:cNvPr id="801" name="Google Shape;801;p18"/>
          <p:cNvSpPr txBox="1">
            <a:spLocks noGrp="1"/>
          </p:cNvSpPr>
          <p:nvPr>
            <p:ph type="body" idx="17"/>
          </p:nvPr>
        </p:nvSpPr>
        <p:spPr>
          <a:xfrm>
            <a:off x="4477609" y="5156941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Occupation</a:t>
            </a:r>
          </a:p>
        </p:txBody>
      </p:sp>
      <p:sp>
        <p:nvSpPr>
          <p:cNvPr id="802" name="Google Shape;802;p18"/>
          <p:cNvSpPr txBox="1">
            <a:spLocks noGrp="1"/>
          </p:cNvSpPr>
          <p:nvPr>
            <p:ph type="body" idx="18"/>
          </p:nvPr>
        </p:nvSpPr>
        <p:spPr>
          <a:xfrm>
            <a:off x="8416515" y="3532210"/>
            <a:ext cx="3408653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Sample 3</a:t>
            </a:r>
          </a:p>
        </p:txBody>
      </p:sp>
      <p:sp>
        <p:nvSpPr>
          <p:cNvPr id="803" name="Google Shape;803;p18"/>
          <p:cNvSpPr txBox="1">
            <a:spLocks noGrp="1"/>
          </p:cNvSpPr>
          <p:nvPr>
            <p:ph type="body" idx="19"/>
          </p:nvPr>
        </p:nvSpPr>
        <p:spPr>
          <a:xfrm>
            <a:off x="8422288" y="4226167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Name</a:t>
            </a:r>
          </a:p>
        </p:txBody>
      </p:sp>
      <p:sp>
        <p:nvSpPr>
          <p:cNvPr id="804" name="Google Shape;804;p18"/>
          <p:cNvSpPr txBox="1">
            <a:spLocks noGrp="1"/>
          </p:cNvSpPr>
          <p:nvPr>
            <p:ph type="body" idx="20"/>
          </p:nvPr>
        </p:nvSpPr>
        <p:spPr>
          <a:xfrm>
            <a:off x="8412367" y="4691554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Age</a:t>
            </a:r>
          </a:p>
          <a:p>
            <a:pPr marL="0" indent="0"/>
            <a:endParaRPr lang="en-US" dirty="0"/>
          </a:p>
        </p:txBody>
      </p:sp>
      <p:sp>
        <p:nvSpPr>
          <p:cNvPr id="805" name="Google Shape;805;p18"/>
          <p:cNvSpPr txBox="1">
            <a:spLocks noGrp="1"/>
          </p:cNvSpPr>
          <p:nvPr>
            <p:ph type="body" idx="21"/>
          </p:nvPr>
        </p:nvSpPr>
        <p:spPr>
          <a:xfrm>
            <a:off x="8422288" y="5156941"/>
            <a:ext cx="3408652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Occupation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3B968-EF9E-7CA3-D388-532390E8E0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79622-6490-EAC0-884C-EE153A1BD54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C57BD-FF96-2E77-D984-CC12B15196D4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5F23D2-5721-1015-9CFC-F562F66AA5A1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80CBD4-2E7F-B0BF-C9C7-7F8B37057CE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1F269-EE4C-F696-E37C-77592CDAA6E7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93656C-13D6-E71A-9FEF-EF9062C8BAB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14266F-0B04-879E-5919-52CD1E8D3AE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072036F-4D97-C377-E178-5CC7CE60A45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24A1D3-D8CB-6667-FE40-2508FCD030EB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F1CC2A-B614-246A-8E56-F42552574614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8C33251-B7B7-91BA-FB83-C8DEF2A52E06}"/>
              </a:ext>
            </a:extLst>
          </p:cNvPr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42E51A2-077C-6FC7-2D91-72AAF7EBD06D}"/>
              </a:ext>
            </a:extLst>
          </p:cNvPr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Google Shape;812;p19">
            <a:extLst>
              <a:ext uri="{FF2B5EF4-FFF2-40B4-BE49-F238E27FC236}">
                <a16:creationId xmlns:a16="http://schemas.microsoft.com/office/drawing/2014/main" id="{52357F26-D973-887F-F04E-AA1609E1FB2C}"/>
              </a:ext>
            </a:extLst>
          </p:cNvPr>
          <p:cNvSpPr txBox="1">
            <a:spLocks/>
          </p:cNvSpPr>
          <p:nvPr/>
        </p:nvSpPr>
        <p:spPr>
          <a:xfrm>
            <a:off x="319946" y="339082"/>
            <a:ext cx="3613419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6000"/>
              <a:buNone/>
            </a:pPr>
            <a:r>
              <a:rPr lang="en-US" sz="2800" dirty="0">
                <a:solidFill>
                  <a:schemeClr val="tx1"/>
                </a:solidFill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17072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0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32" name="Google Shape;832;p20"/>
          <p:cNvSpPr txBox="1">
            <a:spLocks noGrp="1"/>
          </p:cNvSpPr>
          <p:nvPr>
            <p:ph type="body" idx="2"/>
          </p:nvPr>
        </p:nvSpPr>
        <p:spPr>
          <a:xfrm>
            <a:off x="312671" y="242863"/>
            <a:ext cx="11439525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Research is to </a:t>
            </a:r>
            <a:r>
              <a:rPr lang="en-US" sz="5500" dirty="0">
                <a:latin typeface="Arial"/>
                <a:ea typeface="Arial"/>
                <a:cs typeface="Arial"/>
                <a:sym typeface="Arial"/>
              </a:rPr>
              <a:t>see what everybody else has seen,</a:t>
            </a:r>
            <a:r>
              <a:rPr lang="en-US" dirty="0"/>
              <a:t> and to </a:t>
            </a:r>
            <a:r>
              <a:rPr lang="en-US" sz="5500" dirty="0">
                <a:latin typeface="Arial"/>
                <a:ea typeface="Arial"/>
                <a:cs typeface="Arial"/>
                <a:sym typeface="Arial"/>
              </a:rPr>
              <a:t>think what nobody else has thought.</a:t>
            </a:r>
            <a:endParaRPr lang="en-US" dirty="0"/>
          </a:p>
        </p:txBody>
      </p:sp>
      <p:sp>
        <p:nvSpPr>
          <p:cNvPr id="833" name="Google Shape;833;p20"/>
          <p:cNvSpPr txBox="1">
            <a:spLocks noGrp="1"/>
          </p:cNvSpPr>
          <p:nvPr>
            <p:ph type="body" idx="3"/>
          </p:nvPr>
        </p:nvSpPr>
        <p:spPr>
          <a:xfrm>
            <a:off x="321857" y="5240206"/>
            <a:ext cx="3613419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Albert Szent-Györgyi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1"/>
          <p:cNvSpPr>
            <a:spLocks noGrp="1"/>
          </p:cNvSpPr>
          <p:nvPr>
            <p:ph type="pic" idx="2"/>
          </p:nvPr>
        </p:nvSpPr>
        <p:spPr>
          <a:xfrm>
            <a:off x="397" y="0"/>
            <a:ext cx="12191207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39" name="Google Shape;839;p21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41" name="Google Shape;841;p21"/>
          <p:cNvSpPr txBox="1">
            <a:spLocks noGrp="1"/>
          </p:cNvSpPr>
          <p:nvPr>
            <p:ph type="body" idx="3"/>
          </p:nvPr>
        </p:nvSpPr>
        <p:spPr>
          <a:xfrm>
            <a:off x="312671" y="242863"/>
            <a:ext cx="11439525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Research is to </a:t>
            </a:r>
            <a:r>
              <a:rPr lang="en-US" sz="5500" dirty="0">
                <a:latin typeface="Arial"/>
                <a:ea typeface="Arial"/>
                <a:cs typeface="Arial"/>
                <a:sym typeface="Arial"/>
              </a:rPr>
              <a:t>see what everybody else has seen, </a:t>
            </a:r>
            <a:r>
              <a:rPr lang="en-US" dirty="0"/>
              <a:t>and to </a:t>
            </a:r>
            <a:r>
              <a:rPr lang="en-US" sz="5500" dirty="0">
                <a:latin typeface="Arial"/>
                <a:ea typeface="Arial"/>
                <a:cs typeface="Arial"/>
                <a:sym typeface="Arial"/>
              </a:rPr>
              <a:t>think what nobody else has thought.</a:t>
            </a:r>
            <a:endParaRPr lang="en-US" dirty="0"/>
          </a:p>
        </p:txBody>
      </p:sp>
      <p:sp>
        <p:nvSpPr>
          <p:cNvPr id="842" name="Google Shape;842;p21"/>
          <p:cNvSpPr txBox="1">
            <a:spLocks noGrp="1"/>
          </p:cNvSpPr>
          <p:nvPr>
            <p:ph type="body" idx="4"/>
          </p:nvPr>
        </p:nvSpPr>
        <p:spPr>
          <a:xfrm>
            <a:off x="321857" y="5240206"/>
            <a:ext cx="3613419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Albert Szent-Györgyi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E10FFF-B3AE-D65C-504A-44B96C5750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42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E582EC-DF20-67D6-6BB2-CE5477F0B604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89E461DD-7BC9-A574-879B-EB1A0203E3AA}"/>
              </a:ext>
            </a:extLst>
          </p:cNvPr>
          <p:cNvSpPr>
            <a:spLocks noGrp="1"/>
          </p:cNvSpPr>
          <p:nvPr>
            <p:ph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A3DEF52A-14DC-52DF-594E-629101C4CC99}"/>
              </a:ext>
            </a:extLst>
          </p:cNvPr>
          <p:cNvSpPr>
            <a:spLocks noGrp="1"/>
          </p:cNvSpPr>
          <p:nvPr>
            <p:ph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64273169-62CB-86F6-4759-7565D96B98B5}"/>
              </a:ext>
            </a:extLst>
          </p:cNvPr>
          <p:cNvSpPr>
            <a:spLocks noGrp="1"/>
          </p:cNvSpPr>
          <p:nvPr>
            <p:ph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51220C5-B4E4-D14F-B44E-9AB54B42B212}"/>
              </a:ext>
            </a:extLst>
          </p:cNvPr>
          <p:cNvSpPr>
            <a:spLocks noGrp="1"/>
          </p:cNvSpPr>
          <p:nvPr>
            <p:ph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DE108BE-55BD-5240-36D8-6F450B8395A1}"/>
              </a:ext>
            </a:extLst>
          </p:cNvPr>
          <p:cNvSpPr>
            <a:spLocks noGrp="1"/>
          </p:cNvSpPr>
          <p:nvPr>
            <p:ph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AB3465D-4FFA-0B51-15F6-F18899A961E9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FE2F5C33-2ACA-5514-860C-E45A0AED1E78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C16FBEB-C4D4-0D29-DF15-071B0F24C72A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7EFDD6E-0C0D-9C8F-D362-C1423DC8DD51}"/>
              </a:ext>
            </a:extLst>
          </p:cNvPr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834D0F0-9732-1426-1FFE-BDC441E0CE46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07E24389-C9B9-2AF3-1D54-E6F6A9D99476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8B51D6EA-9C09-ABE3-3C59-DB17CEE0203E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37983E9-24EE-7B59-C374-FA6D8DD47489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10218609" y="1863059"/>
            <a:ext cx="1610306" cy="14672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8075638-2164-10A3-E264-E03465372913}"/>
              </a:ext>
            </a:extLst>
          </p:cNvPr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357E52-27D0-7CC7-B210-9191D240B3D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73B0311C-3B80-53C1-9AD3-7C6325D9A218}"/>
              </a:ext>
            </a:extLst>
          </p:cNvPr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B04D1A0-4C1E-3578-3676-6C9B33A2E6B5}"/>
              </a:ext>
            </a:extLst>
          </p:cNvPr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7ADA0FC1-135B-2DBC-3CDC-E771D4FA2C35}"/>
              </a:ext>
            </a:extLst>
          </p:cNvPr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2" name="Google Shape;101;p51">
            <a:extLst>
              <a:ext uri="{FF2B5EF4-FFF2-40B4-BE49-F238E27FC236}">
                <a16:creationId xmlns:a16="http://schemas.microsoft.com/office/drawing/2014/main" id="{0020F730-9ADF-54BD-294F-8B2EB125B18A}"/>
              </a:ext>
            </a:extLst>
          </p:cNvPr>
          <p:cNvCxnSpPr>
            <a:cxnSpLocks/>
          </p:cNvCxnSpPr>
          <p:nvPr/>
        </p:nvCxnSpPr>
        <p:spPr>
          <a:xfrm>
            <a:off x="397" y="3616110"/>
            <a:ext cx="12191207" cy="0"/>
          </a:xfrm>
          <a:prstGeom prst="straightConnector1">
            <a:avLst/>
          </a:prstGeom>
          <a:noFill/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84;p47">
            <a:extLst>
              <a:ext uri="{FF2B5EF4-FFF2-40B4-BE49-F238E27FC236}">
                <a16:creationId xmlns:a16="http://schemas.microsoft.com/office/drawing/2014/main" id="{76157969-7D79-65D4-6999-FA61A90DBBD1}"/>
              </a:ext>
            </a:extLst>
          </p:cNvPr>
          <p:cNvSpPr/>
          <p:nvPr/>
        </p:nvSpPr>
        <p:spPr>
          <a:xfrm>
            <a:off x="1015691" y="3458774"/>
            <a:ext cx="314671" cy="314671"/>
          </a:xfrm>
          <a:prstGeom prst="ellipse">
            <a:avLst/>
          </a:prstGeom>
          <a:solidFill>
            <a:srgbClr val="88C7F5"/>
          </a:solidFill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</a:p>
        </p:txBody>
      </p:sp>
      <p:sp>
        <p:nvSpPr>
          <p:cNvPr id="24" name="Google Shape;84;p47">
            <a:extLst>
              <a:ext uri="{FF2B5EF4-FFF2-40B4-BE49-F238E27FC236}">
                <a16:creationId xmlns:a16="http://schemas.microsoft.com/office/drawing/2014/main" id="{667D6A83-9590-A5DD-2FF1-450D4E575A00}"/>
              </a:ext>
            </a:extLst>
          </p:cNvPr>
          <p:cNvSpPr/>
          <p:nvPr/>
        </p:nvSpPr>
        <p:spPr>
          <a:xfrm>
            <a:off x="8884141" y="3458774"/>
            <a:ext cx="314671" cy="314671"/>
          </a:xfrm>
          <a:prstGeom prst="ellipse">
            <a:avLst/>
          </a:prstGeom>
          <a:solidFill>
            <a:srgbClr val="88C7F5"/>
          </a:solidFill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</a:p>
        </p:txBody>
      </p:sp>
      <p:sp>
        <p:nvSpPr>
          <p:cNvPr id="25" name="Google Shape;84;p47">
            <a:extLst>
              <a:ext uri="{FF2B5EF4-FFF2-40B4-BE49-F238E27FC236}">
                <a16:creationId xmlns:a16="http://schemas.microsoft.com/office/drawing/2014/main" id="{9DC78295-0CC4-AE65-7068-4DEDD477E67D}"/>
              </a:ext>
            </a:extLst>
          </p:cNvPr>
          <p:cNvSpPr/>
          <p:nvPr/>
        </p:nvSpPr>
        <p:spPr>
          <a:xfrm>
            <a:off x="4951348" y="3458774"/>
            <a:ext cx="314671" cy="314671"/>
          </a:xfrm>
          <a:prstGeom prst="ellipse">
            <a:avLst/>
          </a:prstGeom>
          <a:solidFill>
            <a:srgbClr val="88C7F5"/>
          </a:solidFill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26" name="Google Shape;84;p47">
            <a:extLst>
              <a:ext uri="{FF2B5EF4-FFF2-40B4-BE49-F238E27FC236}">
                <a16:creationId xmlns:a16="http://schemas.microsoft.com/office/drawing/2014/main" id="{1FAD3BA4-A143-7D88-D171-6E7603BC0DEF}"/>
              </a:ext>
            </a:extLst>
          </p:cNvPr>
          <p:cNvSpPr/>
          <p:nvPr/>
        </p:nvSpPr>
        <p:spPr>
          <a:xfrm>
            <a:off x="2978459" y="3458774"/>
            <a:ext cx="314671" cy="314671"/>
          </a:xfrm>
          <a:prstGeom prst="ellipse">
            <a:avLst/>
          </a:prstGeom>
          <a:solidFill>
            <a:schemeClr val="tx1"/>
          </a:solidFill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72C8F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</a:p>
        </p:txBody>
      </p:sp>
      <p:sp>
        <p:nvSpPr>
          <p:cNvPr id="27" name="Google Shape;84;p47">
            <a:extLst>
              <a:ext uri="{FF2B5EF4-FFF2-40B4-BE49-F238E27FC236}">
                <a16:creationId xmlns:a16="http://schemas.microsoft.com/office/drawing/2014/main" id="{3ED9BAEC-9FB6-33D2-00CD-16E603C197D9}"/>
              </a:ext>
            </a:extLst>
          </p:cNvPr>
          <p:cNvSpPr/>
          <p:nvPr/>
        </p:nvSpPr>
        <p:spPr>
          <a:xfrm>
            <a:off x="10875714" y="3443990"/>
            <a:ext cx="314671" cy="314671"/>
          </a:xfrm>
          <a:prstGeom prst="ellipse">
            <a:avLst/>
          </a:prstGeom>
          <a:solidFill>
            <a:schemeClr val="tx1"/>
          </a:solidFill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72C8F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</a:p>
        </p:txBody>
      </p:sp>
      <p:sp>
        <p:nvSpPr>
          <p:cNvPr id="28" name="Google Shape;84;p47">
            <a:extLst>
              <a:ext uri="{FF2B5EF4-FFF2-40B4-BE49-F238E27FC236}">
                <a16:creationId xmlns:a16="http://schemas.microsoft.com/office/drawing/2014/main" id="{265B30FE-0D2B-0375-8421-5FCB6710156C}"/>
              </a:ext>
            </a:extLst>
          </p:cNvPr>
          <p:cNvSpPr/>
          <p:nvPr/>
        </p:nvSpPr>
        <p:spPr>
          <a:xfrm>
            <a:off x="6914116" y="3443990"/>
            <a:ext cx="314671" cy="314671"/>
          </a:xfrm>
          <a:prstGeom prst="ellipse">
            <a:avLst/>
          </a:prstGeom>
          <a:solidFill>
            <a:schemeClr val="tx1"/>
          </a:solidFill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72C8F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</a:t>
            </a:r>
          </a:p>
        </p:txBody>
      </p:sp>
      <p:sp>
        <p:nvSpPr>
          <p:cNvPr id="31" name="Google Shape;272;p71">
            <a:extLst>
              <a:ext uri="{FF2B5EF4-FFF2-40B4-BE49-F238E27FC236}">
                <a16:creationId xmlns:a16="http://schemas.microsoft.com/office/drawing/2014/main" id="{6A26B974-D52B-61EB-2B0E-60BAD27AC3E7}"/>
              </a:ext>
            </a:extLst>
          </p:cNvPr>
          <p:cNvSpPr txBox="1">
            <a:spLocks/>
          </p:cNvSpPr>
          <p:nvPr/>
        </p:nvSpPr>
        <p:spPr>
          <a:xfrm>
            <a:off x="363459" y="3852191"/>
            <a:ext cx="1610201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rgbClr val="72C8F8"/>
              </a:buClr>
              <a:buSzPts val="2600"/>
              <a:buFont typeface="Arial"/>
              <a:buNone/>
              <a:tabLst/>
              <a:defRPr/>
            </a:pP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272;p71">
            <a:extLst>
              <a:ext uri="{FF2B5EF4-FFF2-40B4-BE49-F238E27FC236}">
                <a16:creationId xmlns:a16="http://schemas.microsoft.com/office/drawing/2014/main" id="{D0E7E12D-C52F-1862-BBB7-84103771B01E}"/>
              </a:ext>
            </a:extLst>
          </p:cNvPr>
          <p:cNvSpPr txBox="1">
            <a:spLocks/>
          </p:cNvSpPr>
          <p:nvPr/>
        </p:nvSpPr>
        <p:spPr>
          <a:xfrm>
            <a:off x="4266397" y="3852191"/>
            <a:ext cx="1610201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rgbClr val="72C8F8"/>
              </a:buClr>
              <a:buSzPts val="2600"/>
              <a:buFont typeface="Arial"/>
              <a:buNone/>
              <a:tabLst/>
              <a:defRPr/>
            </a:pP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72;p71">
            <a:extLst>
              <a:ext uri="{FF2B5EF4-FFF2-40B4-BE49-F238E27FC236}">
                <a16:creationId xmlns:a16="http://schemas.microsoft.com/office/drawing/2014/main" id="{6F8A6FDD-2FBE-F3A2-19A4-02A4566A5BF0}"/>
              </a:ext>
            </a:extLst>
          </p:cNvPr>
          <p:cNvSpPr txBox="1">
            <a:spLocks/>
          </p:cNvSpPr>
          <p:nvPr/>
        </p:nvSpPr>
        <p:spPr>
          <a:xfrm>
            <a:off x="8230315" y="3827156"/>
            <a:ext cx="1610201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rgbClr val="72C8F8"/>
              </a:buClr>
              <a:buSzPts val="2600"/>
              <a:buFont typeface="Arial"/>
              <a:buNone/>
              <a:tabLst/>
              <a:defRPr/>
            </a:pP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B8EEACCF-A10A-29D7-7174-31618B862BB6}"/>
              </a:ext>
            </a:extLst>
          </p:cNvPr>
          <p:cNvCxnSpPr/>
          <p:nvPr/>
        </p:nvCxnSpPr>
        <p:spPr>
          <a:xfrm>
            <a:off x="1166303" y="3264002"/>
            <a:ext cx="0" cy="1947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87DF51E3-D6C5-0415-56F9-D17B109EC7CD}"/>
              </a:ext>
            </a:extLst>
          </p:cNvPr>
          <p:cNvCxnSpPr/>
          <p:nvPr/>
        </p:nvCxnSpPr>
        <p:spPr>
          <a:xfrm>
            <a:off x="3142740" y="3754805"/>
            <a:ext cx="0" cy="1947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B814318D-2068-D4F5-BECB-FE6335F0FA7C}"/>
              </a:ext>
            </a:extLst>
          </p:cNvPr>
          <p:cNvCxnSpPr/>
          <p:nvPr/>
        </p:nvCxnSpPr>
        <p:spPr>
          <a:xfrm>
            <a:off x="5109653" y="3264002"/>
            <a:ext cx="0" cy="1947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67F57D86-2099-8F42-FD7F-A9C70DCC032B}"/>
              </a:ext>
            </a:extLst>
          </p:cNvPr>
          <p:cNvCxnSpPr/>
          <p:nvPr/>
        </p:nvCxnSpPr>
        <p:spPr>
          <a:xfrm>
            <a:off x="7076565" y="3747883"/>
            <a:ext cx="0" cy="1947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9BECB295-8771-771D-9AB8-05F02A7E6FD6}"/>
              </a:ext>
            </a:extLst>
          </p:cNvPr>
          <p:cNvCxnSpPr/>
          <p:nvPr/>
        </p:nvCxnSpPr>
        <p:spPr>
          <a:xfrm>
            <a:off x="9043478" y="3264002"/>
            <a:ext cx="0" cy="1947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B2D8C2-AB6B-4407-8197-3FF3D7C6F10A}"/>
              </a:ext>
            </a:extLst>
          </p:cNvPr>
          <p:cNvCxnSpPr/>
          <p:nvPr/>
        </p:nvCxnSpPr>
        <p:spPr>
          <a:xfrm>
            <a:off x="11029440" y="3729770"/>
            <a:ext cx="0" cy="1947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810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3EF510-89E7-3CB4-066A-93F96552B8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43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8335F8-6521-4125-842C-848B1D606069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BA179-308B-3596-A6E9-17357CA02647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2/3</a:t>
            </a:r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E0330B-BD6D-03A3-5062-53CFC4FF7F7A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E08944-631B-92C3-3B33-524C2FA1B609}"/>
              </a:ext>
            </a:extLst>
          </p:cNvPr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8094CD-7FE4-C58C-6A7F-277E2BAC018D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DCB88CD-8AD8-26F9-4CCE-E992C9542CA0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7464BD-2298-2970-245C-5B9D2E938A6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Tasks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99A277-7D7B-CA6D-2212-DC1A59431B89}"/>
              </a:ext>
            </a:extLst>
          </p:cNvPr>
          <p:cNvSpPr/>
          <p:nvPr/>
        </p:nvSpPr>
        <p:spPr>
          <a:xfrm>
            <a:off x="10020697" y="2187299"/>
            <a:ext cx="1796501" cy="341081"/>
          </a:xfrm>
          <a:prstGeom prst="roundRect">
            <a:avLst>
              <a:gd name="adj" fmla="val 50000"/>
            </a:avLst>
          </a:prstGeom>
          <a:solidFill>
            <a:srgbClr val="969E1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EE1CC8-23DB-433A-F20E-B9E100BC8BF4}"/>
              </a:ext>
            </a:extLst>
          </p:cNvPr>
          <p:cNvSpPr/>
          <p:nvPr/>
        </p:nvSpPr>
        <p:spPr>
          <a:xfrm>
            <a:off x="6096000" y="3199742"/>
            <a:ext cx="5712785" cy="341081"/>
          </a:xfrm>
          <a:prstGeom prst="roundRect">
            <a:avLst>
              <a:gd name="adj" fmla="val 50000"/>
            </a:avLst>
          </a:prstGeom>
          <a:solidFill>
            <a:srgbClr val="73BFB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B270DA-998F-9CD6-8408-9F3B7F0E678C}"/>
              </a:ext>
            </a:extLst>
          </p:cNvPr>
          <p:cNvSpPr/>
          <p:nvPr/>
        </p:nvSpPr>
        <p:spPr>
          <a:xfrm>
            <a:off x="6099969" y="4212186"/>
            <a:ext cx="1954610" cy="341081"/>
          </a:xfrm>
          <a:prstGeom prst="roundRect">
            <a:avLst>
              <a:gd name="adj" fmla="val 50000"/>
            </a:avLst>
          </a:prstGeom>
          <a:solidFill>
            <a:srgbClr val="F0A18C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A3D741-80B1-4ED3-FC80-472F468A86DF}"/>
              </a:ext>
            </a:extLst>
          </p:cNvPr>
          <p:cNvSpPr/>
          <p:nvPr/>
        </p:nvSpPr>
        <p:spPr>
          <a:xfrm>
            <a:off x="4296172" y="5224629"/>
            <a:ext cx="1795859" cy="341081"/>
          </a:xfrm>
          <a:prstGeom prst="roundRect">
            <a:avLst>
              <a:gd name="adj" fmla="val 50000"/>
            </a:avLst>
          </a:prstGeom>
          <a:solidFill>
            <a:srgbClr val="BAF0D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87080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E964C-6120-DAE6-F2B7-43693947BA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44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4FF5C03-1B93-C890-57A7-336597F4631C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0183D84-583E-50EC-EEA8-65F00414C2DC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3B5D669-6ACA-852D-B343-C27DADC9E31E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D111573-C5D6-CAF8-5B80-D84B10A6B3F7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FF1D954-0C59-13FA-40A3-7294A48BDA5C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6E8F7A7-F6E3-10D4-E769-E8F5909E2E01}"/>
              </a:ext>
            </a:extLst>
          </p:cNvPr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72A6DFA-33E3-B3C1-93AE-18AFC77BA026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10E3786-9225-2BB4-E4AF-5C3E32DF9BF6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BA3CBCD-3A8B-84FF-D639-5CD41DEE6398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4DEAE7D-BFB1-E39E-B50E-063F9D6CD21D}"/>
              </a:ext>
            </a:extLst>
          </p:cNvPr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79E60459-B7BF-D893-F7C3-2520E84325D8}"/>
              </a:ext>
            </a:extLst>
          </p:cNvPr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1CACE26-9862-52B1-80CC-3135DAA334FC}"/>
              </a:ext>
            </a:extLst>
          </p:cNvPr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31B7109-F56E-1354-B57E-23A0F8C74CF3}"/>
              </a:ext>
            </a:extLst>
          </p:cNvPr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337BD3CB-6622-3F1E-0F4F-2F25B077356D}"/>
              </a:ext>
            </a:extLst>
          </p:cNvPr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E876CA7B-525B-E746-5F6E-D8E86F5AC194}"/>
              </a:ext>
            </a:extLst>
          </p:cNvPr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882E7A7-0EE4-DFCF-483A-B7482E84801B}"/>
              </a:ext>
            </a:extLst>
          </p:cNvPr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01E47FA-44A9-BAFE-23E8-681D5B64860E}"/>
              </a:ext>
            </a:extLst>
          </p:cNvPr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493F1C-07C7-4F7A-1C92-1943828C67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Weeks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1FB6D66-2934-D344-F8D4-1FA6FCA6266C}"/>
              </a:ext>
            </a:extLst>
          </p:cNvPr>
          <p:cNvSpPr>
            <a:spLocks noGrp="1"/>
          </p:cNvSpPr>
          <p:nvPr>
            <p:ph type="body" idx="6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2" name="Google Shape;101;p51">
            <a:extLst>
              <a:ext uri="{FF2B5EF4-FFF2-40B4-BE49-F238E27FC236}">
                <a16:creationId xmlns:a16="http://schemas.microsoft.com/office/drawing/2014/main" id="{0020F730-9ADF-54BD-294F-8B2EB125B18A}"/>
              </a:ext>
            </a:extLst>
          </p:cNvPr>
          <p:cNvCxnSpPr>
            <a:cxnSpLocks/>
          </p:cNvCxnSpPr>
          <p:nvPr/>
        </p:nvCxnSpPr>
        <p:spPr>
          <a:xfrm>
            <a:off x="397" y="3616110"/>
            <a:ext cx="12191207" cy="0"/>
          </a:xfrm>
          <a:prstGeom prst="straightConnector1">
            <a:avLst/>
          </a:prstGeom>
          <a:noFill/>
          <a:ln w="63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72;p71">
            <a:extLst>
              <a:ext uri="{FF2B5EF4-FFF2-40B4-BE49-F238E27FC236}">
                <a16:creationId xmlns:a16="http://schemas.microsoft.com/office/drawing/2014/main" id="{6F8A6FDD-2FBE-F3A2-19A4-02A4566A5BF0}"/>
              </a:ext>
            </a:extLst>
          </p:cNvPr>
          <p:cNvSpPr txBox="1">
            <a:spLocks/>
          </p:cNvSpPr>
          <p:nvPr/>
        </p:nvSpPr>
        <p:spPr>
          <a:xfrm>
            <a:off x="8230315" y="3827156"/>
            <a:ext cx="1610201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rgbClr val="72C8F8"/>
              </a:buClr>
              <a:buSzPts val="2600"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Task 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6D845D0-20BA-2D21-C0B0-F428788641CF}"/>
              </a:ext>
            </a:extLst>
          </p:cNvPr>
          <p:cNvSpPr/>
          <p:nvPr/>
        </p:nvSpPr>
        <p:spPr>
          <a:xfrm>
            <a:off x="353616" y="3447201"/>
            <a:ext cx="1620044" cy="341081"/>
          </a:xfrm>
          <a:prstGeom prst="roundRect">
            <a:avLst>
              <a:gd name="adj" fmla="val 50000"/>
            </a:avLst>
          </a:prstGeom>
          <a:solidFill>
            <a:srgbClr val="D9F06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2C5BC9-4127-A707-FC2D-7B0B4C51F663}"/>
              </a:ext>
            </a:extLst>
          </p:cNvPr>
          <p:cNvSpPr/>
          <p:nvPr/>
        </p:nvSpPr>
        <p:spPr>
          <a:xfrm>
            <a:off x="2299752" y="3441847"/>
            <a:ext cx="1620044" cy="341081"/>
          </a:xfrm>
          <a:prstGeom prst="roundRect">
            <a:avLst>
              <a:gd name="adj" fmla="val 50000"/>
            </a:avLst>
          </a:prstGeom>
          <a:solidFill>
            <a:srgbClr val="C4B5F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Date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7D06823-223B-341F-09DF-6DAF6485F85E}"/>
              </a:ext>
            </a:extLst>
          </p:cNvPr>
          <p:cNvSpPr/>
          <p:nvPr/>
        </p:nvSpPr>
        <p:spPr>
          <a:xfrm>
            <a:off x="4292690" y="3447201"/>
            <a:ext cx="1620044" cy="341081"/>
          </a:xfrm>
          <a:prstGeom prst="roundRect">
            <a:avLst>
              <a:gd name="adj" fmla="val 50000"/>
            </a:avLst>
          </a:prstGeom>
          <a:solidFill>
            <a:srgbClr val="73BFB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Date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C514EA6-A4F5-C42A-1CE8-E57855205A6D}"/>
              </a:ext>
            </a:extLst>
          </p:cNvPr>
          <p:cNvSpPr/>
          <p:nvPr/>
        </p:nvSpPr>
        <p:spPr>
          <a:xfrm>
            <a:off x="6285628" y="3467488"/>
            <a:ext cx="1620044" cy="341081"/>
          </a:xfrm>
          <a:prstGeom prst="roundRect">
            <a:avLst>
              <a:gd name="adj" fmla="val 50000"/>
            </a:avLst>
          </a:prstGeom>
          <a:solidFill>
            <a:srgbClr val="F0A18C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Date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729F9C-D877-1EEE-1875-3F6146B5B5C2}"/>
              </a:ext>
            </a:extLst>
          </p:cNvPr>
          <p:cNvSpPr/>
          <p:nvPr/>
        </p:nvSpPr>
        <p:spPr>
          <a:xfrm>
            <a:off x="8247640" y="3462166"/>
            <a:ext cx="1620044" cy="341081"/>
          </a:xfrm>
          <a:prstGeom prst="roundRect">
            <a:avLst>
              <a:gd name="adj" fmla="val 50000"/>
            </a:avLst>
          </a:prstGeom>
          <a:solidFill>
            <a:srgbClr val="D9F06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Date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235F407-FDA7-BB7A-5A4B-1CC620B33C4D}"/>
              </a:ext>
            </a:extLst>
          </p:cNvPr>
          <p:cNvSpPr/>
          <p:nvPr/>
        </p:nvSpPr>
        <p:spPr>
          <a:xfrm>
            <a:off x="10219622" y="3469809"/>
            <a:ext cx="1620044" cy="341081"/>
          </a:xfrm>
          <a:prstGeom prst="roundRect">
            <a:avLst>
              <a:gd name="adj" fmla="val 50000"/>
            </a:avLst>
          </a:prstGeom>
          <a:solidFill>
            <a:srgbClr val="D9F06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79242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6BF5BC-8669-3B5C-6AA9-BD93D1A4A0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45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2876C09-A357-0F96-0BD5-FDDD06FE4607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069677A-2092-FA13-D535-8083F56399F1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EED2E06-6006-B847-D234-81A43621A564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A71BF9-AD2B-52D5-5D4A-FD9F4ACC0F91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9AD1E54-3E93-EA0F-78CB-8F7BA53EC25C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353EA2E-0EF9-CE97-8774-D3B588609A0A}"/>
              </a:ext>
            </a:extLst>
          </p:cNvPr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0FEF5C2-5A99-F13A-C085-2196A86B226B}"/>
              </a:ext>
            </a:extLst>
          </p:cNvPr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7157447-ACA5-672B-297B-2A8C534BAF21}"/>
              </a:ext>
            </a:extLst>
          </p:cNvPr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97E8FC-2549-B713-ED06-21894A7FC28A}"/>
              </a:ext>
            </a:extLst>
          </p:cNvPr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9E89D98-2F2F-0997-DADE-551C9B437467}"/>
              </a:ext>
            </a:extLst>
          </p:cNvPr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12077F-C5B1-30FB-8DCC-BE928500D20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Calendar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0D35CB4-7EEC-5AD3-8ACE-6EAE38E67337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/ 3</a:t>
            </a:r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11A9E048-84E2-1926-BE5F-C43DDFC3E053}"/>
              </a:ext>
            </a:extLst>
          </p:cNvPr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1" name="Google Shape;101;p51">
            <a:extLst>
              <a:ext uri="{FF2B5EF4-FFF2-40B4-BE49-F238E27FC236}">
                <a16:creationId xmlns:a16="http://schemas.microsoft.com/office/drawing/2014/main" id="{74FA392C-FFB3-032C-68BF-7A4E5FFABD2B}"/>
              </a:ext>
            </a:extLst>
          </p:cNvPr>
          <p:cNvCxnSpPr>
            <a:cxnSpLocks/>
          </p:cNvCxnSpPr>
          <p:nvPr/>
        </p:nvCxnSpPr>
        <p:spPr>
          <a:xfrm flipV="1">
            <a:off x="4296172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Google Shape;101;p51">
            <a:extLst>
              <a:ext uri="{FF2B5EF4-FFF2-40B4-BE49-F238E27FC236}">
                <a16:creationId xmlns:a16="http://schemas.microsoft.com/office/drawing/2014/main" id="{0ADA6F85-5470-6970-335C-62211CBF003E}"/>
              </a:ext>
            </a:extLst>
          </p:cNvPr>
          <p:cNvCxnSpPr>
            <a:cxnSpLocks/>
          </p:cNvCxnSpPr>
          <p:nvPr/>
        </p:nvCxnSpPr>
        <p:spPr>
          <a:xfrm flipV="1">
            <a:off x="5097773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Google Shape;101;p51">
            <a:extLst>
              <a:ext uri="{FF2B5EF4-FFF2-40B4-BE49-F238E27FC236}">
                <a16:creationId xmlns:a16="http://schemas.microsoft.com/office/drawing/2014/main" id="{B2A3341D-D5A5-1AB3-3C5B-A42F46C5B1AE}"/>
              </a:ext>
            </a:extLst>
          </p:cNvPr>
          <p:cNvCxnSpPr>
            <a:cxnSpLocks/>
          </p:cNvCxnSpPr>
          <p:nvPr/>
        </p:nvCxnSpPr>
        <p:spPr>
          <a:xfrm flipV="1">
            <a:off x="5899374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Google Shape;101;p51">
            <a:extLst>
              <a:ext uri="{FF2B5EF4-FFF2-40B4-BE49-F238E27FC236}">
                <a16:creationId xmlns:a16="http://schemas.microsoft.com/office/drawing/2014/main" id="{5DC2390C-85AE-79BC-7452-F1F1B4A8BE6D}"/>
              </a:ext>
            </a:extLst>
          </p:cNvPr>
          <p:cNvCxnSpPr>
            <a:cxnSpLocks/>
          </p:cNvCxnSpPr>
          <p:nvPr/>
        </p:nvCxnSpPr>
        <p:spPr>
          <a:xfrm flipV="1">
            <a:off x="6700975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Google Shape;101;p51">
            <a:extLst>
              <a:ext uri="{FF2B5EF4-FFF2-40B4-BE49-F238E27FC236}">
                <a16:creationId xmlns:a16="http://schemas.microsoft.com/office/drawing/2014/main" id="{929A9D21-4F5D-CA65-0C37-4D49E31646D0}"/>
              </a:ext>
            </a:extLst>
          </p:cNvPr>
          <p:cNvCxnSpPr>
            <a:cxnSpLocks/>
          </p:cNvCxnSpPr>
          <p:nvPr/>
        </p:nvCxnSpPr>
        <p:spPr>
          <a:xfrm flipV="1">
            <a:off x="7502576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Google Shape;101;p51">
            <a:extLst>
              <a:ext uri="{FF2B5EF4-FFF2-40B4-BE49-F238E27FC236}">
                <a16:creationId xmlns:a16="http://schemas.microsoft.com/office/drawing/2014/main" id="{FD19BC6C-7411-3ABD-E315-1B1050EBD456}"/>
              </a:ext>
            </a:extLst>
          </p:cNvPr>
          <p:cNvCxnSpPr>
            <a:cxnSpLocks/>
          </p:cNvCxnSpPr>
          <p:nvPr/>
        </p:nvCxnSpPr>
        <p:spPr>
          <a:xfrm flipV="1">
            <a:off x="8304177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Google Shape;101;p51">
            <a:extLst>
              <a:ext uri="{FF2B5EF4-FFF2-40B4-BE49-F238E27FC236}">
                <a16:creationId xmlns:a16="http://schemas.microsoft.com/office/drawing/2014/main" id="{DE005E39-6720-7B9A-9606-FCA37CC8588B}"/>
              </a:ext>
            </a:extLst>
          </p:cNvPr>
          <p:cNvCxnSpPr>
            <a:cxnSpLocks/>
          </p:cNvCxnSpPr>
          <p:nvPr/>
        </p:nvCxnSpPr>
        <p:spPr>
          <a:xfrm flipV="1">
            <a:off x="9105778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Google Shape;101;p51">
            <a:extLst>
              <a:ext uri="{FF2B5EF4-FFF2-40B4-BE49-F238E27FC236}">
                <a16:creationId xmlns:a16="http://schemas.microsoft.com/office/drawing/2014/main" id="{CE3C1166-57F0-585B-2C8A-A30F65C9BCA4}"/>
              </a:ext>
            </a:extLst>
          </p:cNvPr>
          <p:cNvCxnSpPr>
            <a:cxnSpLocks/>
          </p:cNvCxnSpPr>
          <p:nvPr/>
        </p:nvCxnSpPr>
        <p:spPr>
          <a:xfrm flipV="1">
            <a:off x="9907379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2" name="Google Shape;101;p51">
            <a:extLst>
              <a:ext uri="{FF2B5EF4-FFF2-40B4-BE49-F238E27FC236}">
                <a16:creationId xmlns:a16="http://schemas.microsoft.com/office/drawing/2014/main" id="{288F3E15-440E-C86E-DB89-B56069A7266A}"/>
              </a:ext>
            </a:extLst>
          </p:cNvPr>
          <p:cNvCxnSpPr>
            <a:cxnSpLocks/>
          </p:cNvCxnSpPr>
          <p:nvPr/>
        </p:nvCxnSpPr>
        <p:spPr>
          <a:xfrm flipV="1">
            <a:off x="10708980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6" name="Google Shape;101;p51">
            <a:extLst>
              <a:ext uri="{FF2B5EF4-FFF2-40B4-BE49-F238E27FC236}">
                <a16:creationId xmlns:a16="http://schemas.microsoft.com/office/drawing/2014/main" id="{C02E0E46-AB89-4302-E2C6-FFFD4B60C647}"/>
              </a:ext>
            </a:extLst>
          </p:cNvPr>
          <p:cNvCxnSpPr>
            <a:cxnSpLocks/>
          </p:cNvCxnSpPr>
          <p:nvPr/>
        </p:nvCxnSpPr>
        <p:spPr>
          <a:xfrm flipV="1">
            <a:off x="11510581" y="2367258"/>
            <a:ext cx="0" cy="3204074"/>
          </a:xfrm>
          <a:prstGeom prst="straightConnector1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70CBDB80-8E9C-825B-1730-8B15352B1038}"/>
              </a:ext>
            </a:extLst>
          </p:cNvPr>
          <p:cNvSpPr/>
          <p:nvPr/>
        </p:nvSpPr>
        <p:spPr>
          <a:xfrm>
            <a:off x="5926535" y="2369623"/>
            <a:ext cx="2377642" cy="341081"/>
          </a:xfrm>
          <a:prstGeom prst="roundRect">
            <a:avLst>
              <a:gd name="adj" fmla="val 50000"/>
            </a:avLst>
          </a:prstGeom>
          <a:solidFill>
            <a:srgbClr val="969E1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4</a:t>
            </a: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39B86D1B-B73E-DBC1-515A-D84AD5BC39F2}"/>
              </a:ext>
            </a:extLst>
          </p:cNvPr>
          <p:cNvSpPr/>
          <p:nvPr/>
        </p:nvSpPr>
        <p:spPr>
          <a:xfrm>
            <a:off x="4309455" y="2777451"/>
            <a:ext cx="1589920" cy="341081"/>
          </a:xfrm>
          <a:prstGeom prst="roundRect">
            <a:avLst>
              <a:gd name="adj" fmla="val 50000"/>
            </a:avLst>
          </a:prstGeom>
          <a:solidFill>
            <a:srgbClr val="F0A18C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2</a:t>
            </a: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D2127E99-B024-72B4-28D0-D48B5506657D}"/>
              </a:ext>
            </a:extLst>
          </p:cNvPr>
          <p:cNvSpPr/>
          <p:nvPr/>
        </p:nvSpPr>
        <p:spPr>
          <a:xfrm>
            <a:off x="7500509" y="3185279"/>
            <a:ext cx="4010070" cy="341081"/>
          </a:xfrm>
          <a:prstGeom prst="roundRect">
            <a:avLst>
              <a:gd name="adj" fmla="val 50000"/>
            </a:avLst>
          </a:prstGeom>
          <a:solidFill>
            <a:srgbClr val="88C7F5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7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E6FE8157-61B5-C646-9A77-956CD92D8A55}"/>
              </a:ext>
            </a:extLst>
          </p:cNvPr>
          <p:cNvSpPr/>
          <p:nvPr/>
        </p:nvSpPr>
        <p:spPr>
          <a:xfrm>
            <a:off x="6703044" y="3593107"/>
            <a:ext cx="1601132" cy="341081"/>
          </a:xfrm>
          <a:prstGeom prst="roundRect">
            <a:avLst>
              <a:gd name="adj" fmla="val 50000"/>
            </a:avLst>
          </a:prstGeom>
          <a:solidFill>
            <a:srgbClr val="D9F06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5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8BEB6144-B0CB-F3FE-F02A-7DF9338F487D}"/>
              </a:ext>
            </a:extLst>
          </p:cNvPr>
          <p:cNvSpPr/>
          <p:nvPr/>
        </p:nvSpPr>
        <p:spPr>
          <a:xfrm>
            <a:off x="9907379" y="4000935"/>
            <a:ext cx="1603202" cy="341081"/>
          </a:xfrm>
          <a:prstGeom prst="roundRect">
            <a:avLst>
              <a:gd name="adj" fmla="val 50000"/>
            </a:avLst>
          </a:prstGeom>
          <a:solidFill>
            <a:srgbClr val="E8B0B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8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4FA7B092-816B-AC34-BF85-4A88A71C688C}"/>
              </a:ext>
            </a:extLst>
          </p:cNvPr>
          <p:cNvSpPr/>
          <p:nvPr/>
        </p:nvSpPr>
        <p:spPr>
          <a:xfrm>
            <a:off x="7502576" y="4408763"/>
            <a:ext cx="3206403" cy="341081"/>
          </a:xfrm>
          <a:prstGeom prst="roundRect">
            <a:avLst>
              <a:gd name="adj" fmla="val 50000"/>
            </a:avLst>
          </a:prstGeom>
          <a:solidFill>
            <a:srgbClr val="7D5EAD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6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9C1453C8-AC8D-27F6-E305-A3C1673D5D23}"/>
              </a:ext>
            </a:extLst>
          </p:cNvPr>
          <p:cNvSpPr/>
          <p:nvPr/>
        </p:nvSpPr>
        <p:spPr>
          <a:xfrm>
            <a:off x="5097773" y="4816591"/>
            <a:ext cx="1589920" cy="341081"/>
          </a:xfrm>
          <a:prstGeom prst="roundRect">
            <a:avLst>
              <a:gd name="adj" fmla="val 50000"/>
            </a:avLst>
          </a:prstGeom>
          <a:solidFill>
            <a:srgbClr val="73BFB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3</a:t>
            </a: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5E4D41F5-74B3-A74F-CA85-D468170C63C5}"/>
              </a:ext>
            </a:extLst>
          </p:cNvPr>
          <p:cNvSpPr/>
          <p:nvPr/>
        </p:nvSpPr>
        <p:spPr>
          <a:xfrm>
            <a:off x="4299897" y="5224418"/>
            <a:ext cx="797877" cy="341081"/>
          </a:xfrm>
          <a:prstGeom prst="roundRect">
            <a:avLst>
              <a:gd name="adj" fmla="val 50000"/>
            </a:avLst>
          </a:prstGeom>
          <a:solidFill>
            <a:srgbClr val="BAF0D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15401451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6E334D-C9B0-1759-7A2B-FC6CEBB45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46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76A59-4506-F26D-F317-B2509045EBF7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>
              <a:buSzPct val="118000"/>
            </a:pPr>
            <a:r>
              <a:rPr lang="en-US" dirty="0"/>
              <a:t>Lorem ipsum dolor sit amet</a:t>
            </a:r>
          </a:p>
          <a:p>
            <a:pPr>
              <a:buSzPct val="118000"/>
            </a:pPr>
            <a:r>
              <a:rPr lang="en-US" dirty="0"/>
              <a:t>Lorem ipsum dolor</a:t>
            </a:r>
          </a:p>
          <a:p>
            <a:pPr>
              <a:buSzPct val="118000"/>
            </a:pPr>
            <a:r>
              <a:rPr lang="en-US" dirty="0"/>
              <a:t>Lorem ipsum</a:t>
            </a:r>
          </a:p>
          <a:p>
            <a:pPr>
              <a:buSzPct val="118000"/>
            </a:pPr>
            <a:r>
              <a:rPr lang="en-US" dirty="0"/>
              <a:t>Lorem ipsum dolor sit amet</a:t>
            </a:r>
          </a:p>
          <a:p>
            <a:pPr>
              <a:buSzPct val="118000"/>
            </a:pPr>
            <a:r>
              <a:rPr lang="en-US" dirty="0"/>
              <a:t>Lorem ipsum</a:t>
            </a:r>
          </a:p>
          <a:p>
            <a:pPr>
              <a:buSzPct val="118000"/>
            </a:pPr>
            <a:r>
              <a:rPr lang="en-US" dirty="0"/>
              <a:t>Lorem ipsum dolor sit amet</a:t>
            </a:r>
          </a:p>
          <a:p>
            <a:pPr>
              <a:buSzPct val="118000"/>
            </a:pPr>
            <a:r>
              <a:rPr lang="en-US" dirty="0"/>
              <a:t>Lorem ipsum dolor sit amet</a:t>
            </a:r>
          </a:p>
          <a:p>
            <a:pPr>
              <a:buSzPct val="118000"/>
            </a:pPr>
            <a:r>
              <a:rPr lang="en-US" dirty="0"/>
              <a:t>Lorem ipsum dolor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E492FC-7129-2CE3-2CB3-139324AF2FE4}"/>
              </a:ext>
            </a:extLst>
          </p:cNvPr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>
              <a:buSzPct val="118000"/>
            </a:pPr>
            <a:r>
              <a:rPr lang="en-US" dirty="0"/>
              <a:t>Lorem ipsum dolor sit amet</a:t>
            </a:r>
          </a:p>
          <a:p>
            <a:pPr>
              <a:buSzPct val="118000"/>
            </a:pPr>
            <a:r>
              <a:rPr lang="en-US" dirty="0"/>
              <a:t>Lorem ipsum dolor</a:t>
            </a:r>
          </a:p>
          <a:p>
            <a:pPr>
              <a:buSzPct val="118000"/>
            </a:pPr>
            <a:r>
              <a:rPr lang="en-US" dirty="0"/>
              <a:t>Lorem ipsum</a:t>
            </a:r>
          </a:p>
          <a:p>
            <a:pPr>
              <a:buSzPct val="118000"/>
            </a:pPr>
            <a:r>
              <a:rPr lang="en-US" dirty="0"/>
              <a:t>Lorem ipsum dolor sit amet</a:t>
            </a:r>
          </a:p>
          <a:p>
            <a:pPr>
              <a:buSzPct val="118000"/>
            </a:pPr>
            <a:r>
              <a:rPr lang="en-US" dirty="0"/>
              <a:t>Lorem ipsum</a:t>
            </a:r>
          </a:p>
          <a:p>
            <a:pPr>
              <a:buSzPct val="118000"/>
            </a:pPr>
            <a:r>
              <a:rPr lang="en-US" dirty="0"/>
              <a:t>Lorem ipsum dolor sit amet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BD7408-F83D-8FD7-3925-0E950A1046C4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B04A941-406C-790E-9169-B5B943AB7BD3}"/>
              </a:ext>
            </a:extLst>
          </p:cNvPr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2045A6A-8A23-BE45-FF02-208B5605B8B2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1079F9-33B7-7359-0CB0-399F4CAB641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/>
              <a:t>Deliverables</a:t>
            </a:r>
          </a:p>
        </p:txBody>
      </p:sp>
      <p:graphicFrame>
        <p:nvGraphicFramePr>
          <p:cNvPr id="224" name="Table 223">
            <a:extLst>
              <a:ext uri="{FF2B5EF4-FFF2-40B4-BE49-F238E27FC236}">
                <a16:creationId xmlns:a16="http://schemas.microsoft.com/office/drawing/2014/main" id="{D4A283A8-AE0D-631B-72D7-4718814B6D26}"/>
              </a:ext>
            </a:extLst>
          </p:cNvPr>
          <p:cNvGraphicFramePr>
            <a:graphicFrameLocks noGrp="1"/>
          </p:cNvGraphicFramePr>
          <p:nvPr/>
        </p:nvGraphicFramePr>
        <p:xfrm>
          <a:off x="4296172" y="1304925"/>
          <a:ext cx="7524750" cy="425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250">
                  <a:extLst>
                    <a:ext uri="{9D8B030D-6E8A-4147-A177-3AD203B41FA5}">
                      <a16:colId xmlns:a16="http://schemas.microsoft.com/office/drawing/2014/main" val="1559050421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2310518865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3703115893"/>
                    </a:ext>
                  </a:extLst>
                </a:gridCol>
              </a:tblGrid>
              <a:tr h="354313"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F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043739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93683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43501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195071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937083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866487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815522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578880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535877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07210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447345"/>
                  </a:ext>
                </a:extLst>
              </a:tr>
              <a:tr h="354313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67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10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A83678-170E-C44C-879C-BDB8DE920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B1052-D216-65AD-FF57-8142E16AD292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1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2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3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4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DEEE6-AE12-7047-C6B8-25AB0E22397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/>
              <a:t>Pricing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E1835F-7058-812F-DD55-EC2F675BEBDC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224" name="Table 223">
            <a:extLst>
              <a:ext uri="{FF2B5EF4-FFF2-40B4-BE49-F238E27FC236}">
                <a16:creationId xmlns:a16="http://schemas.microsoft.com/office/drawing/2014/main" id="{D4A283A8-AE0D-631B-72D7-4718814B6D26}"/>
              </a:ext>
            </a:extLst>
          </p:cNvPr>
          <p:cNvGraphicFramePr>
            <a:graphicFrameLocks noGrp="1"/>
          </p:cNvGraphicFramePr>
          <p:nvPr/>
        </p:nvGraphicFramePr>
        <p:xfrm>
          <a:off x="4296172" y="1304925"/>
          <a:ext cx="7524750" cy="4266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250">
                  <a:extLst>
                    <a:ext uri="{9D8B030D-6E8A-4147-A177-3AD203B41FA5}">
                      <a16:colId xmlns:a16="http://schemas.microsoft.com/office/drawing/2014/main" val="1559050421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2310518865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3703115893"/>
                    </a:ext>
                  </a:extLst>
                </a:gridCol>
              </a:tblGrid>
              <a:tr h="424565"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Options</a:t>
                      </a:r>
                    </a:p>
                  </a:txBody>
                  <a:tcPr marL="108000" marR="54000" marT="54000" marB="54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Completions</a:t>
                      </a:r>
                    </a:p>
                  </a:txBody>
                  <a:tcPr marL="108000" marR="54000" marT="54000" marB="54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1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108000" marR="54000" marT="54000" marB="54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043739"/>
                  </a:ext>
                </a:extLst>
              </a:tr>
              <a:tr h="960461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Option 1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00.00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93683"/>
                  </a:ext>
                </a:extLst>
              </a:tr>
              <a:tr h="960461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Option 2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00.00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43501"/>
                  </a:ext>
                </a:extLst>
              </a:tr>
              <a:tr h="960461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Option 3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C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C7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00.00</a:t>
                      </a:r>
                    </a:p>
                    <a:p>
                      <a:endParaRPr lang="en-US" sz="10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C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195071"/>
                  </a:ext>
                </a:extLst>
              </a:tr>
              <a:tr h="960461"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Option 4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00.00</a:t>
                      </a:r>
                    </a:p>
                    <a:p>
                      <a:endParaRPr lang="en-US" sz="10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54000" marT="54000" marB="5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937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1962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D1F4BB-0E24-2FFA-CA62-D48ED7245F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7236-81BC-F0E0-F570-401E63C2252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3 – $0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E3CE63A-33DD-468C-DBBF-7116F8358A3F}"/>
              </a:ext>
            </a:extLst>
          </p:cNvPr>
          <p:cNvSpPr>
            <a:spLocks noGrp="1"/>
          </p:cNvSpPr>
          <p:nvPr>
            <p:ph type="pic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4E74CD-7ACF-81AB-55E8-AA5468E188F1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1 – $0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B60CDF6-7919-D370-18E9-D39FF8683536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015F88-081D-1A37-07EC-400879A9FDB7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4 – $0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5A9ACA8-DF2C-DE27-B895-004B5312C219}"/>
              </a:ext>
            </a:extLst>
          </p:cNvPr>
          <p:cNvSpPr>
            <a:spLocks noGrp="1"/>
          </p:cNvSpPr>
          <p:nvPr>
            <p:ph type="pic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4E62EC-545A-82EB-8A85-06F503CE7D14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2 – $0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CC3BC8F-76D2-4207-DFAD-5902B02AA9C5}"/>
              </a:ext>
            </a:extLst>
          </p:cNvPr>
          <p:cNvSpPr>
            <a:spLocks noGrp="1"/>
          </p:cNvSpPr>
          <p:nvPr>
            <p:ph type="pic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3459550-FAAD-B9B3-4085-9128C5D2D010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lang="en-US" dirty="0"/>
              <a:t>We are committed to delivering value that directly impacts your bottom line. Our solutions are designed to provide a strong return on your investment, ensuring you achieve measurable outcomes that drive </a:t>
            </a:r>
          </a:p>
          <a:p>
            <a:r>
              <a:rPr lang="en-US" dirty="0"/>
              <a:t>long-term success.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F55F1C2-951A-FA83-4DB4-17F09165A15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/>
              <a:t>Pricing</a:t>
            </a:r>
          </a:p>
        </p:txBody>
      </p:sp>
    </p:spTree>
    <p:extLst>
      <p:ext uri="{BB962C8B-B14F-4D97-AF65-F5344CB8AC3E}">
        <p14:creationId xmlns:p14="http://schemas.microsoft.com/office/powerpoint/2010/main" val="40086454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3B968-EF9E-7CA3-D388-532390E8E0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457200">
              <a:defRPr/>
            </a:pPr>
            <a:fld id="{00000000-1234-1234-1234-123412341234}" type="slidenum">
              <a:rPr lang="en-US">
                <a:solidFill>
                  <a:srgbClr val="012746"/>
                </a:solidFill>
              </a:rPr>
              <a:pPr defTabSz="457200">
                <a:defRPr/>
              </a:pPr>
              <a:t>49</a:t>
            </a:fld>
            <a:endParaRPr lang="en-US" dirty="0">
              <a:solidFill>
                <a:srgbClr val="012746"/>
              </a:solidFill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CB09CE8-BCED-8FA8-40FE-6D837559468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EB05104-EC0C-B99B-B7F8-139B7DF44F14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22C2C271-F861-A91A-0A5A-3752DBC57DE1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2C668A0-8B83-4A19-1415-9210E249AB06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2695A05-BFC0-F2CF-1062-06A25913787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9FF0F1E-391C-B8F4-741C-71F167DE3E8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8E72257-3C55-785B-BEE7-0961626C15B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D3716D4-9AC7-CB64-E88B-0C8AF02C064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A59583A5-767A-8D03-4260-CE840CD9CA1D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20" name="Google Shape;812;p19">
            <a:extLst>
              <a:ext uri="{FF2B5EF4-FFF2-40B4-BE49-F238E27FC236}">
                <a16:creationId xmlns:a16="http://schemas.microsoft.com/office/drawing/2014/main" id="{52357F26-D973-887F-F04E-AA1609E1FB2C}"/>
              </a:ext>
            </a:extLst>
          </p:cNvPr>
          <p:cNvSpPr txBox="1">
            <a:spLocks/>
          </p:cNvSpPr>
          <p:nvPr/>
        </p:nvSpPr>
        <p:spPr>
          <a:xfrm>
            <a:off x="319946" y="339082"/>
            <a:ext cx="3613419" cy="57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defTabSz="457200">
              <a:lnSpc>
                <a:spcPct val="85000"/>
              </a:lnSpc>
              <a:spcBef>
                <a:spcPts val="0"/>
              </a:spcBef>
              <a:buClr>
                <a:srgbClr val="012746"/>
              </a:buClr>
              <a:buSzPts val="6000"/>
              <a:buNone/>
              <a:defRPr/>
            </a:pPr>
            <a:r>
              <a:rPr lang="en-US" sz="2800" dirty="0">
                <a:solidFill>
                  <a:srgbClr val="012746"/>
                </a:solidFill>
              </a:rPr>
              <a:t>Deliverables Example</a:t>
            </a:r>
          </a:p>
        </p:txBody>
      </p:sp>
      <p:pic>
        <p:nvPicPr>
          <p:cNvPr id="60" name="Picture Placeholder 59" descr="A person holding a tablet with a graph on it&#10;&#10;Description automatically generated">
            <a:extLst>
              <a:ext uri="{FF2B5EF4-FFF2-40B4-BE49-F238E27FC236}">
                <a16:creationId xmlns:a16="http://schemas.microsoft.com/office/drawing/2014/main" id="{B740A267-3653-EE07-AF09-1E667FB79668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000"/>
                    </a14:imgEffect>
                  </a14:imgLayer>
                </a14:imgProps>
              </a:ext>
            </a:extLst>
          </a:blip>
          <a:srcRect t="6991" b="6991"/>
          <a:stretch>
            <a:fillRect/>
          </a:stretch>
        </p:blipFill>
        <p:spPr/>
      </p:pic>
      <p:pic>
        <p:nvPicPr>
          <p:cNvPr id="76" name="Picture Placeholder 75" descr="A stack of papers with graphs and charts&#10;&#10;Description automatically generated">
            <a:extLst>
              <a:ext uri="{FF2B5EF4-FFF2-40B4-BE49-F238E27FC236}">
                <a16:creationId xmlns:a16="http://schemas.microsoft.com/office/drawing/2014/main" id="{F69FC6DF-0D27-A2E9-0B05-29328E68E326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rcRect t="11907" b="11907"/>
          <a:stretch>
            <a:fillRect/>
          </a:stretch>
        </p:blipFill>
        <p:spPr/>
      </p:pic>
      <p:pic>
        <p:nvPicPr>
          <p:cNvPr id="80" name="Picture Placeholder 79" descr="A brochure with a picture of mountains&#10;&#10;Description automatically generated">
            <a:extLst>
              <a:ext uri="{FF2B5EF4-FFF2-40B4-BE49-F238E27FC236}">
                <a16:creationId xmlns:a16="http://schemas.microsoft.com/office/drawing/2014/main" id="{5272973B-0655-26B6-7E88-79603041A64C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rcRect l="7644" t="5806" r="10242" b="19729"/>
          <a:stretch/>
        </p:blipFill>
        <p:spPr>
          <a:xfrm>
            <a:off x="8309240" y="1071728"/>
            <a:ext cx="3451827" cy="2028825"/>
          </a:xfrm>
        </p:spPr>
      </p:pic>
    </p:spTree>
    <p:extLst>
      <p:ext uri="{BB962C8B-B14F-4D97-AF65-F5344CB8AC3E}">
        <p14:creationId xmlns:p14="http://schemas.microsoft.com/office/powerpoint/2010/main" val="37567984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CF968-0247-0B6C-9495-FA4F16F1AB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DDB346F-C0C8-A972-1D43-E20FFD929B99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2AEA19-D5C2-6F82-D78C-6ACF56E7375F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5C67D01-A926-1F17-9C39-6DC161E463A1}"/>
              </a:ext>
            </a:extLst>
          </p:cNvPr>
          <p:cNvSpPr>
            <a:spLocks noGrp="1"/>
          </p:cNvSpPr>
          <p:nvPr>
            <p:ph type="pic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EA549B-DB78-648F-E4D5-FF789FF2DC60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marL="0" indent="0"/>
            <a:r>
              <a:rPr lang="en-US" dirty="0"/>
              <a:t>First Last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6F83E8-A656-1817-3CC9-E5E48C00C703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7429CA-C80E-7E34-0AE4-775284B8E9B5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 marL="0" indent="0"/>
            <a:r>
              <a:rPr lang="en-US" dirty="0"/>
              <a:t>First Last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2A27-E21C-D920-CC0F-E0AABF0A876B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D1759C-6418-C7F8-B39F-3E38ACA6F92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0"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B035F3-0CA1-F163-5199-CE21E1D5C53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2E9D29-988B-33F4-B791-CFD414BAF49E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C5FB32F-E4C5-41F6-44CA-091D74E1CC87}"/>
              </a:ext>
            </a:extLst>
          </p:cNvPr>
          <p:cNvSpPr txBox="1">
            <a:spLocks/>
          </p:cNvSpPr>
          <p:nvPr/>
        </p:nvSpPr>
        <p:spPr>
          <a:xfrm>
            <a:off x="9126550" y="63197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>
                <a:solidFill>
                  <a:schemeClr val="tx1"/>
                </a:solidFill>
              </a:rPr>
              <a:pPr/>
              <a:t>50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137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C34D-B7C4-638D-350E-862ACA776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BBA225-D5B0-3363-05BC-132E76DA4C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A997A-8709-9016-DF98-1468C6FC5F1F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5C2204E-CCF6-3ACA-A3AE-DA6E9971E39A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DDC9B55-996B-5052-9618-A5E78A5ACD72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1142735-2947-DF1F-CAA8-B20FB2F1AE2F}"/>
              </a:ext>
            </a:extLst>
          </p:cNvPr>
          <p:cNvSpPr>
            <a:spLocks noGrp="1"/>
          </p:cNvSpPr>
          <p:nvPr>
            <p:ph type="pic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8007B81-2A31-16ED-7D41-98A3B9612C12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885593D-8E5A-BB00-2530-02F3E88796CA}"/>
              </a:ext>
            </a:extLst>
          </p:cNvPr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903C8EE-1528-FF15-05EE-CCE6A81A9A99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Services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A19E3-C485-87DE-6F48-3B2245BB9E60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ED9D4-8AAE-A335-0C79-5956DD00B5C5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C4B497-7AC9-3B25-C921-CDA73AFC6E5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F5EF63-70AB-4A3D-0F44-63E66A23FAD1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26F539-0224-A3E5-82DE-0FC63D727D61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51C943-F533-8F19-D6CE-0B26257F8A52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3B05547-9D27-4C3E-7A5F-4E2CA6B3F701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803BC87-1FA5-0E44-D612-9DBDBE9B2F70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0B84B0-E86A-70F7-BEBD-5F738EBF505B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DFB2D69-CCCE-EFBE-256C-DDF20B77301D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511DDF5-7BAA-896C-C882-F6662B9CAF1B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903D1D-A57F-6770-F870-C6149DA7A415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249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A6E186-6B7E-DE7E-CEE0-A29B8FD2BB3B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1CD657-8C6C-E2CD-EAB3-B1E2EAEBB6AB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0DA49C9-90BB-187F-E852-57B941CABF32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69BE08C-C89C-DAF7-3104-EC58FAF65455}"/>
              </a:ext>
            </a:extLst>
          </p:cNvPr>
          <p:cNvSpPr>
            <a:spLocks noGrp="1"/>
          </p:cNvSpPr>
          <p:nvPr>
            <p:ph type="pic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52C4DBD-04DC-10C5-7E97-98ED277C3953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9EE2E14-F118-8947-263C-9A0975F9EFB5}"/>
              </a:ext>
            </a:extLst>
          </p:cNvPr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BB2B7D1-BC18-F486-EEFA-54F15F8093E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Telecom, Entertainment &amp;Recreation Team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0E4E65-15E8-5F12-3328-10C6D73624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B1521-D628-2B8C-FF5C-071C87BEFE7E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9A111-D31E-CD42-468A-A6B137F11EBB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73ECC4-C2C1-335F-9114-F6C768E2CB3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32E866-563A-58FA-BF44-127307EF1A5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4689A4-BD0C-968A-F956-67C344BF1AAB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09C6177-486A-91C4-0294-BEE516DB3DBE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815D5DB-1EBD-9050-F325-D664F521EBB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D1F240-1EBD-B148-39C3-878087A3F4BE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7412C2C-C65F-C608-8B3E-980AD9204E66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102DBE2-3BDF-4128-EAF3-2E3EDA582A35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9E34774-157E-89BC-DDAC-35E9426502A1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09D70B-336C-FF6F-2C71-C2B0E27F9946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5747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DD012-DA46-EFA5-11B9-A7C51FE2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205E1-47DE-5353-ADF2-350B70812D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F948F6-27C8-0021-CD51-9CF2D8FCA883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A0EF7-1959-FC01-0126-EE10C73135EB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885AFE1-71CE-9761-9BA7-84A55AD4F5F2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3768DFB-0A1B-659C-5C05-532CA0281A06}"/>
              </a:ext>
            </a:extLst>
          </p:cNvPr>
          <p:cNvSpPr>
            <a:spLocks noGrp="1"/>
          </p:cNvSpPr>
          <p:nvPr>
            <p:ph type="pic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089B746-868D-15CA-8EB6-E326AC76B290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87A719C-2983-B2C1-F0B4-7F093F2ED126}"/>
              </a:ext>
            </a:extLst>
          </p:cNvPr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27579-F468-F1B6-B119-B53BB514FA80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1F669-26E3-B62F-11A4-C61269A648E6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E79B5-DB0B-8DBD-8CAB-853DCC934AA2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D1D245-6242-A01A-BC6A-E8BCD87E771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65949C-60BA-57AA-0B29-B6FE49F6F6AB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005D5D-99D2-F0E5-73FB-8B22C892A661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EABF3C-809C-3A00-AFB5-5F85F4EAD262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27B659C-9649-1E05-1419-137DAD8C8B4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DB3BD1C-BED9-67E9-1BC2-B61D353CFAC8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0C4148-8442-1D8D-E88D-37E33BBCDAAE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509D25B-328D-5612-8A61-C9856EABE341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A3D5CC8-99BB-F0D7-CD55-FA23C6C9C39E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5E70032-5698-122A-FA30-4DB266B15EE0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9549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55EF-16CA-CD35-3F91-027E286C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95372-335C-4E55-7B16-19A71C28D1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A4E738-DA0A-FBC4-CCCA-667F15C116F7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58581B-1866-B14C-450B-157C252FE2FF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F118B3-F39E-30A0-3297-D6E27B03331C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E7AFB88-912F-82A7-7B11-199BC0CECBD2}"/>
              </a:ext>
            </a:extLst>
          </p:cNvPr>
          <p:cNvSpPr>
            <a:spLocks noGrp="1"/>
          </p:cNvSpPr>
          <p:nvPr>
            <p:ph type="pic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08EDB50-3BFC-5CE9-37EF-EA4BAF991DD7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E525763-4FF2-8CB4-B7BD-3D34A72E200E}"/>
              </a:ext>
            </a:extLst>
          </p:cNvPr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34E54ED-E626-B7A1-3452-4DDE5DA065EA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FC54-D7DE-974F-75FF-64E3792BB1F0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DA4B8-AB3B-C5CF-3F06-12CE36DC4E61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C30509-71C3-521E-15F5-F167F59AC8F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203B76-7098-7266-03D0-9D7773F5C61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7C27CA-E287-3BD8-1848-4BDDBEBF5947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9EE709-D39B-7227-143E-E9FB380B21FA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D0398DA-F3D0-1840-3C68-79A70509923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64D222-A974-F842-433D-84438DD8BFE9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76C8A80-311D-AA4B-7B19-4113AB065A69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AFEDAE1-0A50-6579-459A-8C4ADDFEC9B2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33D2E6A-2065-4DD0-61A1-D7D402C1E11E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A64D537-A6DD-A990-2A2C-0E815D046DAD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7880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06D0-9C9F-A1D4-7090-E9F5DC1B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7AD1BC-7B6F-4974-0E80-E107167860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FA0DB5-DCBA-F090-D9F6-5C2EE885A1C8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C22D8F9-BEB5-A13E-43C2-B8B62BC5335E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656D811-63D4-329D-ECC7-CD4FBB399F7E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7222516-7D21-BCFB-2903-E5A80F7A730B}"/>
              </a:ext>
            </a:extLst>
          </p:cNvPr>
          <p:cNvSpPr>
            <a:spLocks noGrp="1"/>
          </p:cNvSpPr>
          <p:nvPr>
            <p:ph type="pic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F71FC5-242F-FA4B-B190-1BA779653128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06D7E9D-CD84-DF78-4DFE-ECF0B3F0CF4A}"/>
              </a:ext>
            </a:extLst>
          </p:cNvPr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31D3271-4F39-6535-C454-28F344F8B5BD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AEA87-CB27-8F42-2FBF-C9D1E01BA72A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94FE3-B63B-ACE8-A399-268596F05D90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D8A50E-9CCF-B261-7454-D37B5C3984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CA7115-3B70-0D41-1D3D-B63FD31E3CB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CB5D62-A4C4-140C-ED85-9FDAE0594808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EDD151-0BC3-289E-D190-1F8106D57977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8CD4F96-5E49-649F-BE1B-74C2E09BD37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E67E9B9-14E3-4A3F-4598-C0A4ED637073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0E15FE-9A29-8EDF-C9C3-6B9E093FD48E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34CA5A3-4576-6B53-4771-8F97F3BBB76D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D0C16CC-382B-DC48-BD33-C5AE1788EA8E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CE0795F-D99C-DBCE-FE23-71D2E1092E1B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60325" indent="168275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27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F605-1683-62FF-6C2A-EFCB7560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292C8-233D-9F42-4A95-BFA73B275A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1697143-37C8-6D65-0810-313C9D40DCBD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438E9-FCB3-ED16-D446-35CA5589B88E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F5AF9-CD2D-2803-B2E0-8539A220A4B8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284023AE-FE6A-6666-DA44-3120DAF68AA1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EF0F4D-6E84-B539-1837-C50B8D3A49C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3872BA-E763-16F0-0320-1FBF4583D3C8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F74F85B-BD44-6905-BDFF-F62A00EDAD2B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AB9704-E99B-21EC-40C2-ADA7565BF1F9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0B2176-147B-4E5F-CC10-054EBE97B3D4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10C3E8D-2D44-BEAF-24D3-37AB979F9EE9}"/>
              </a:ext>
            </a:extLst>
          </p:cNvPr>
          <p:cNvSpPr>
            <a:spLocks noGrp="1"/>
          </p:cNvSpPr>
          <p:nvPr>
            <p:ph type="pic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841BCFE-8869-481C-C02B-A465B52B8A4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D54C557-5454-9105-21AA-F2999E8A00C4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17BC8181-1289-B773-2C08-28EFC5EEACD8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A92B85-964A-EA7E-D035-F3D54E6B158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0053047" y="2038743"/>
            <a:ext cx="1764617" cy="236817"/>
          </a:xfrm>
        </p:spPr>
        <p:txBody>
          <a:bodyPr/>
          <a:lstStyle/>
          <a:p>
            <a:pPr indent="0"/>
            <a:r>
              <a:rPr lang="en-US" dirty="0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9AEA4E5-7D84-C3EC-9656-FB48B51F0001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CC2E05A-3DEA-4F01-7F65-EE5D6F1F2A4D}"/>
              </a:ext>
            </a:extLst>
          </p:cNvPr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C605F3-AF2D-F977-04BB-10222E8BA785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0053047" y="4198589"/>
            <a:ext cx="1764617" cy="236817"/>
          </a:xfrm>
        </p:spPr>
        <p:txBody>
          <a:bodyPr/>
          <a:lstStyle/>
          <a:p>
            <a:pPr indent="0"/>
            <a:r>
              <a:rPr lang="en-US"/>
              <a:t>First Last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B62E276-5A9D-177C-C41C-5762076A5FF7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email@ksrinc.com</a:t>
            </a:r>
          </a:p>
          <a:p>
            <a:pPr indent="0">
              <a:lnSpc>
                <a:spcPct val="100000"/>
              </a:lnSpc>
              <a:spcBef>
                <a:spcPts val="300"/>
              </a:spcBef>
            </a:pPr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9B12194-87DD-FB79-D39E-622B38BE075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&amp; Logistics Team</a:t>
            </a:r>
          </a:p>
        </p:txBody>
      </p:sp>
    </p:spTree>
    <p:extLst>
      <p:ext uri="{BB962C8B-B14F-4D97-AF65-F5344CB8AC3E}">
        <p14:creationId xmlns:p14="http://schemas.microsoft.com/office/powerpoint/2010/main" val="3010559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2B2016-D815-DE61-8DAD-C305B3B10A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57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DA885-77DE-7A2B-200E-C4F3C43B228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5573409-03DE-FAC7-1DE1-74DD20673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320564"/>
              </p:ext>
            </p:extLst>
          </p:nvPr>
        </p:nvGraphicFramePr>
        <p:xfrm>
          <a:off x="363458" y="1886857"/>
          <a:ext cx="11505916" cy="3684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48064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1E974-CC2B-6197-7D3B-4B7FF0F56E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58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E6AED-94A0-85B4-34A2-C6496860F96E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FFA6C-2CCC-2986-B65D-E34ED367EA1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545712" y="1754167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961ED-5159-EFB3-C90B-49FB9DD82D9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470268" y="1752573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8AAF15-158D-4B9C-9646-9152E7BC755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545712" y="4394789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62A72C-BACC-F139-6CC2-0E3DB9EE094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9470268" y="4394789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9EE79B-659E-40B2-B3AB-D07195C78BCF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992E42-7E52-497C-E14F-4B5C2EE54D24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591A8B-4943-FD1C-EF8B-784811D88A6D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A1573C-3EDB-772E-BFF7-F30597E311CF}"/>
              </a:ext>
            </a:extLst>
          </p:cNvPr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A99C66-2A24-A6BA-6198-F826507F1FE9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D5EA51-CDE6-69C8-282F-F34DC102A8FA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96C064-39EB-3DCD-388E-708478DB3342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ACD7AC-3164-4963-AB77-65AB7E45F5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Infographic / Donuts 1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440E8B1-1FAF-2631-C5A6-543E1DD92326}"/>
              </a:ext>
            </a:extLst>
          </p:cNvPr>
          <p:cNvGraphicFramePr/>
          <p:nvPr/>
        </p:nvGraphicFramePr>
        <p:xfrm>
          <a:off x="9012732" y="1281047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EDAFF84-8E94-EFE6-43D1-8F94E0EFC68E}"/>
              </a:ext>
            </a:extLst>
          </p:cNvPr>
          <p:cNvGraphicFramePr/>
          <p:nvPr/>
        </p:nvGraphicFramePr>
        <p:xfrm>
          <a:off x="5088432" y="1282640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486F67F-0F48-D43A-20BB-36569424B58B}"/>
              </a:ext>
            </a:extLst>
          </p:cNvPr>
          <p:cNvGraphicFramePr/>
          <p:nvPr/>
        </p:nvGraphicFramePr>
        <p:xfrm>
          <a:off x="9012732" y="3902480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62B8CF8-A0B5-1140-1933-12DAA1CDB755}"/>
              </a:ext>
            </a:extLst>
          </p:cNvPr>
          <p:cNvGraphicFramePr/>
          <p:nvPr/>
        </p:nvGraphicFramePr>
        <p:xfrm>
          <a:off x="5088432" y="3902480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92531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27C75-FD03-4285-7E57-3894309F78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59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C682C-E07A-2285-6B0C-FBD0B65C474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545712" y="2046147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415A0-2519-8A64-0570-C6134CF3AEC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602900" y="2046147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1B01D-0A99-4AC9-BD76-606294DE8E5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9487731" y="2046147"/>
            <a:ext cx="1101368" cy="626798"/>
          </a:xfrm>
        </p:spPr>
        <p:txBody>
          <a:bodyPr/>
          <a:lstStyle/>
          <a:p>
            <a:endParaRPr lang="en-US" sz="2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D04286-E496-523A-7AF2-69314D3BB54D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2F3A96-8421-47E6-B423-0BA4943C2362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806305-817A-ACE0-4F86-7EE0FBDFA5FA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850E44-935F-7EC4-7C60-8D65187206E8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15D31-0663-BF73-7725-77E2DD712306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4F8FA1-11DB-F197-80C7-F8ABF0340D6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67A8B3-874A-C3B9-C09D-083F9CEED7D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Infographic / Donuts 2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440E8B1-1FAF-2631-C5A6-543E1DD92326}"/>
              </a:ext>
            </a:extLst>
          </p:cNvPr>
          <p:cNvGraphicFramePr/>
          <p:nvPr/>
        </p:nvGraphicFramePr>
        <p:xfrm>
          <a:off x="5088432" y="1553839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486F67F-0F48-D43A-20BB-36569424B58B}"/>
              </a:ext>
            </a:extLst>
          </p:cNvPr>
          <p:cNvGraphicFramePr/>
          <p:nvPr/>
        </p:nvGraphicFramePr>
        <p:xfrm>
          <a:off x="9030194" y="1553839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62B8CF8-A0B5-1140-1933-12DAA1CDB755}"/>
              </a:ext>
            </a:extLst>
          </p:cNvPr>
          <p:cNvGraphicFramePr/>
          <p:nvPr/>
        </p:nvGraphicFramePr>
        <p:xfrm>
          <a:off x="1145876" y="1553839"/>
          <a:ext cx="2015931" cy="172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919226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48BDB3-88F4-AD1F-18C6-D637370E7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60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061A9-8896-66BC-2E37-006FF89DCF7F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1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2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3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DFA1F-58CF-9106-0831-4F13A1B34D3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Infographic / Charts 1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8617695-0455-8E50-FA10-95525D7293E8}"/>
              </a:ext>
            </a:extLst>
          </p:cNvPr>
          <p:cNvGraphicFramePr/>
          <p:nvPr/>
        </p:nvGraphicFramePr>
        <p:xfrm>
          <a:off x="4296172" y="1304925"/>
          <a:ext cx="7524749" cy="4266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60294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42023E-05CF-51EB-069B-48FE551521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1274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61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12746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BEFF20-7D45-AAD2-95DB-14367CBD988C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297817" y="1238254"/>
            <a:ext cx="3351686" cy="4333078"/>
          </a:xfrm>
        </p:spPr>
        <p:txBody>
          <a:bodyPr/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1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2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3</a:t>
            </a:r>
          </a:p>
          <a:p>
            <a:endParaRPr lang="en-US" dirty="0"/>
          </a:p>
          <a:p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8617695-0455-8E50-FA10-95525D7293E8}"/>
              </a:ext>
            </a:extLst>
          </p:cNvPr>
          <p:cNvGraphicFramePr/>
          <p:nvPr/>
        </p:nvGraphicFramePr>
        <p:xfrm>
          <a:off x="4296172" y="1304925"/>
          <a:ext cx="7524749" cy="4266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ED65536-247D-604F-225E-CD100E1FB6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04826" y="204332"/>
            <a:ext cx="11616096" cy="42765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Infographic / Charts 2</a:t>
            </a:r>
          </a:p>
        </p:txBody>
      </p:sp>
    </p:spTree>
    <p:extLst>
      <p:ext uri="{BB962C8B-B14F-4D97-AF65-F5344CB8AC3E}">
        <p14:creationId xmlns:p14="http://schemas.microsoft.com/office/powerpoint/2010/main" val="14352392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2"/>
          <p:cNvSpPr txBox="1">
            <a:spLocks noGrp="1"/>
          </p:cNvSpPr>
          <p:nvPr>
            <p:ph type="sldNum" idx="12"/>
          </p:nvPr>
        </p:nvSpPr>
        <p:spPr>
          <a:xfrm>
            <a:off x="9126353" y="6319800"/>
            <a:ext cx="274302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fld id="{00000000-1234-1234-1234-123412341234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849" name="Google Shape;849;p22"/>
          <p:cNvSpPr txBox="1">
            <a:spLocks noGrp="1"/>
          </p:cNvSpPr>
          <p:nvPr>
            <p:ph type="body" idx="4294967295"/>
          </p:nvPr>
        </p:nvSpPr>
        <p:spPr>
          <a:xfrm>
            <a:off x="328269" y="533318"/>
            <a:ext cx="5535613" cy="94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11000"/>
              <a:buNone/>
            </a:pPr>
            <a:r>
              <a:rPr lang="en-US" sz="55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0" name="Google Shape;850;p22"/>
          <p:cNvSpPr txBox="1">
            <a:spLocks noGrp="1"/>
          </p:cNvSpPr>
          <p:nvPr>
            <p:ph type="body" idx="3"/>
          </p:nvPr>
        </p:nvSpPr>
        <p:spPr>
          <a:xfrm>
            <a:off x="332112" y="2225992"/>
            <a:ext cx="3297568" cy="23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/>
          </a:p>
        </p:txBody>
      </p:sp>
      <p:sp>
        <p:nvSpPr>
          <p:cNvPr id="851" name="Google Shape;851;p22"/>
          <p:cNvSpPr txBox="1">
            <a:spLocks noGrp="1"/>
          </p:cNvSpPr>
          <p:nvPr>
            <p:ph type="body" idx="4"/>
          </p:nvPr>
        </p:nvSpPr>
        <p:spPr>
          <a:xfrm>
            <a:off x="4261278" y="2225992"/>
            <a:ext cx="1654938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/>
          </a:p>
        </p:txBody>
      </p:sp>
      <p:sp>
        <p:nvSpPr>
          <p:cNvPr id="852" name="Google Shape;852;p22"/>
          <p:cNvSpPr txBox="1">
            <a:spLocks noGrp="1"/>
          </p:cNvSpPr>
          <p:nvPr>
            <p:ph type="body" idx="5"/>
          </p:nvPr>
        </p:nvSpPr>
        <p:spPr>
          <a:xfrm>
            <a:off x="328269" y="3304309"/>
            <a:ext cx="3574884" cy="232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b" anchorCtr="0">
            <a:noAutofit/>
          </a:bodyPr>
          <a:lstStyle/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853" name="Google Shape;853;p22"/>
          <p:cNvSpPr txBox="1">
            <a:spLocks noGrp="1"/>
          </p:cNvSpPr>
          <p:nvPr>
            <p:ph type="body" idx="6"/>
          </p:nvPr>
        </p:nvSpPr>
        <p:spPr>
          <a:xfrm>
            <a:off x="4261105" y="3573678"/>
            <a:ext cx="1655111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854" name="Google Shape;854;p22"/>
          <p:cNvSpPr txBox="1">
            <a:spLocks noGrp="1"/>
          </p:cNvSpPr>
          <p:nvPr>
            <p:ph type="body" idx="7"/>
          </p:nvPr>
        </p:nvSpPr>
        <p:spPr>
          <a:xfrm>
            <a:off x="4261105" y="4794883"/>
            <a:ext cx="1655111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855" name="Google Shape;855;p22"/>
          <p:cNvSpPr txBox="1">
            <a:spLocks noGrp="1"/>
          </p:cNvSpPr>
          <p:nvPr>
            <p:ph type="body" idx="8"/>
          </p:nvPr>
        </p:nvSpPr>
        <p:spPr>
          <a:xfrm>
            <a:off x="6224017" y="4794883"/>
            <a:ext cx="1655111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856" name="Google Shape;856;p22"/>
          <p:cNvSpPr txBox="1">
            <a:spLocks noGrp="1"/>
          </p:cNvSpPr>
          <p:nvPr>
            <p:ph type="body" idx="9"/>
          </p:nvPr>
        </p:nvSpPr>
        <p:spPr>
          <a:xfrm>
            <a:off x="8210805" y="4794883"/>
            <a:ext cx="1655111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857" name="Google Shape;857;p22"/>
          <p:cNvSpPr txBox="1">
            <a:spLocks noGrp="1"/>
          </p:cNvSpPr>
          <p:nvPr>
            <p:ph type="body" idx="13"/>
          </p:nvPr>
        </p:nvSpPr>
        <p:spPr>
          <a:xfrm>
            <a:off x="10173717" y="4794883"/>
            <a:ext cx="1655111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/>
            <a:endParaRPr lang="en-US" dirty="0"/>
          </a:p>
        </p:txBody>
      </p:sp>
      <p:sp>
        <p:nvSpPr>
          <p:cNvPr id="858" name="Google Shape;858;p22"/>
          <p:cNvSpPr txBox="1">
            <a:spLocks noGrp="1"/>
          </p:cNvSpPr>
          <p:nvPr>
            <p:ph type="body" idx="14"/>
          </p:nvPr>
        </p:nvSpPr>
        <p:spPr>
          <a:xfrm>
            <a:off x="8210805" y="3573678"/>
            <a:ext cx="1655111" cy="23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noAutofit/>
          </a:bodyPr>
          <a:lstStyle/>
          <a:p>
            <a:pPr marL="0" indent="0"/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26E853-C596-F1CF-82D6-9B51FB5B83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A28DF-5CAC-7A17-06BD-B4DBE954D434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FD52664-2D43-16BE-A956-596560208C87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262672-B19A-B3C9-B17A-AECDFEE37C97}"/>
              </a:ext>
            </a:extLst>
          </p:cNvPr>
          <p:cNvSpPr>
            <a:spLocks noGrp="1"/>
          </p:cNvSpPr>
          <p:nvPr>
            <p:ph type="pic" idx="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40B519-325A-7E3C-D79E-1750192746CC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0AFA96-4AF4-88DD-2EF4-7792B6BB28A5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02FD62-C5DF-0514-8C2D-980423E54DA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CD0149-EAF8-ACE5-CAC6-AC62C70C1267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EAF7DE-10A4-BFF9-2EB6-D2BD5B25B46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443327-30CD-A0FE-FE58-873199283B7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35DB3CA-35F3-D241-4F14-0D037DFE2BD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0965492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556D1-DA6D-08B7-60C5-41BE867DC8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AFE1C-3DA9-A04F-3B82-4B4DD62BDE3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Lorem ipsum dolor sit amet.</a:t>
            </a:r>
          </a:p>
          <a:p>
            <a:pPr indent="-228600">
              <a:buSzPct val="100000"/>
            </a:pPr>
            <a:r>
              <a:rPr lang="en-US" dirty="0"/>
              <a:t>Lorem ipsum dolor sit amet,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4D66A-2320-1C8A-8061-BEB2E3D0D9A3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7C501-1983-E13D-67D7-A5B3A5714E88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92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30">
      <a:dk1>
        <a:srgbClr val="142645"/>
      </a:dk1>
      <a:lt1>
        <a:srgbClr val="F0EBE5"/>
      </a:lt1>
      <a:dk2>
        <a:srgbClr val="97C6F2"/>
      </a:dk2>
      <a:lt2>
        <a:srgbClr val="FFFFFF"/>
      </a:lt2>
      <a:accent1>
        <a:srgbClr val="1F4A4F"/>
      </a:accent1>
      <a:accent2>
        <a:srgbClr val="DB4D29"/>
      </a:accent2>
      <a:accent3>
        <a:srgbClr val="C4B5F2"/>
      </a:accent3>
      <a:accent4>
        <a:srgbClr val="D9F061"/>
      </a:accent4>
      <a:accent5>
        <a:srgbClr val="A8364F"/>
      </a:accent5>
      <a:accent6>
        <a:srgbClr val="3D8C63"/>
      </a:accent6>
      <a:hlink>
        <a:srgbClr val="97C6F2"/>
      </a:hlink>
      <a:folHlink>
        <a:srgbClr val="97C6F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e70fed7-221f-4e00-990e-8bb2375a4726">
      <Terms xmlns="http://schemas.microsoft.com/office/infopath/2007/PartnerControls"/>
    </lcf76f155ced4ddcb4097134ff3c332f>
    <TaxCatchAll xmlns="d7e337fb-c142-4976-bf07-2390684e308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7BF6A2EC49204DA4A9D16DADECD08A" ma:contentTypeVersion="9" ma:contentTypeDescription="Create a new document." ma:contentTypeScope="" ma:versionID="9df110310496ca36d8423b30e27358dd">
  <xsd:schema xmlns:xsd="http://www.w3.org/2001/XMLSchema" xmlns:xs="http://www.w3.org/2001/XMLSchema" xmlns:p="http://schemas.microsoft.com/office/2006/metadata/properties" xmlns:ns2="ee70fed7-221f-4e00-990e-8bb2375a4726" xmlns:ns3="d7e337fb-c142-4976-bf07-2390684e3088" targetNamespace="http://schemas.microsoft.com/office/2006/metadata/properties" ma:root="true" ma:fieldsID="7e1773c0c7fd1184b8ba691a1d892661" ns2:_="" ns3:_="">
    <xsd:import namespace="ee70fed7-221f-4e00-990e-8bb2375a4726"/>
    <xsd:import namespace="d7e337fb-c142-4976-bf07-2390684e30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70fed7-221f-4e00-990e-8bb2375a4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0a8178d-0245-49ee-bb54-7ed2049105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337fb-c142-4976-bf07-2390684e30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d10742e-f6e8-477c-800e-dbeb33ac4374}" ma:internalName="TaxCatchAll" ma:showField="CatchAllData" ma:web="d7e337fb-c142-4976-bf07-2390684e30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A17F74-4D21-478F-99FA-EC155BA94A7A}">
  <ds:schemaRefs>
    <ds:schemaRef ds:uri="http://schemas.microsoft.com/office/2006/metadata/properties"/>
    <ds:schemaRef ds:uri="http://schemas.microsoft.com/office/infopath/2007/PartnerControls"/>
    <ds:schemaRef ds:uri="510c9e79-e4d4-4359-b0fc-9157126b2506"/>
    <ds:schemaRef ds:uri="e01c7080-0b15-4aa1-ac09-377ce2e3a93c"/>
  </ds:schemaRefs>
</ds:datastoreItem>
</file>

<file path=customXml/itemProps2.xml><?xml version="1.0" encoding="utf-8"?>
<ds:datastoreItem xmlns:ds="http://schemas.openxmlformats.org/officeDocument/2006/customXml" ds:itemID="{AF2D24F4-C05E-404E-97C1-8B5E4D0666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CCDD47-8F2C-43C9-A211-3E3E84596BD8}"/>
</file>

<file path=docProps/app.xml><?xml version="1.0" encoding="utf-8"?>
<Properties xmlns="http://schemas.openxmlformats.org/officeDocument/2006/extended-properties" xmlns:vt="http://schemas.openxmlformats.org/officeDocument/2006/docPropsVTypes">
  <TotalTime>3284</TotalTime>
  <Words>2800</Words>
  <Application>Microsoft Office PowerPoint</Application>
  <PresentationFormat>Widescreen</PresentationFormat>
  <Paragraphs>524</Paragraphs>
  <Slides>64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Calibri</vt:lpstr>
      <vt:lpstr>Times New Roman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Jessica Looby</dc:creator>
  <cp:lastModifiedBy>Jessica Looby</cp:lastModifiedBy>
  <cp:revision>56</cp:revision>
  <dcterms:created xsi:type="dcterms:W3CDTF">2023-01-23T14:10:18Z</dcterms:created>
  <dcterms:modified xsi:type="dcterms:W3CDTF">2026-01-07T14:38:20Z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0x010100167BF6A2EC49204DA4A9D16DADECD08A</vt:lpwstr>
  </property>
</Properties>
</file>